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Roboto"/>
      <p:regular r:id="rId27"/>
      <p:bold r:id="rId28"/>
      <p:italic r:id="rId29"/>
      <p:boldItalic r:id="rId30"/>
    </p:embeddedFont>
    <p:embeddedFont>
      <p:font typeface="Playfair Display"/>
      <p:regular r:id="rId31"/>
      <p:bold r:id="rId32"/>
      <p:italic r:id="rId33"/>
      <p:boldItalic r:id="rId34"/>
    </p:embeddedFont>
    <p:embeddedFont>
      <p:font typeface="Montserrat"/>
      <p:regular r:id="rId35"/>
      <p:bold r:id="rId36"/>
      <p:italic r:id="rId37"/>
      <p:boldItalic r:id="rId38"/>
    </p:embeddedFont>
    <p:embeddedFont>
      <p:font typeface="Lato"/>
      <p:regular r:id="rId39"/>
      <p:bold r:id="rId40"/>
      <p:italic r:id="rId41"/>
      <p:boldItalic r:id="rId42"/>
    </p:embeddedFont>
    <p:embeddedFont>
      <p:font typeface="Poppins"/>
      <p:regular r:id="rId43"/>
      <p:bold r:id="rId44"/>
      <p:italic r:id="rId45"/>
      <p:boldItalic r:id="rId46"/>
    </p:embeddedFont>
    <p:embeddedFont>
      <p:font typeface="Bebas Neue"/>
      <p:regular r:id="rId47"/>
    </p:embeddedFont>
    <p:embeddedFont>
      <p:font typeface="Oswald"/>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50" roundtripDataSignature="AMtx7mgAaZrsc+YLSlrvshgiLXv2Kr7U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fntdata"/><Relationship Id="rId42" Type="http://schemas.openxmlformats.org/officeDocument/2006/relationships/font" Target="fonts/Lato-boldItalic.fntdata"/><Relationship Id="rId41" Type="http://schemas.openxmlformats.org/officeDocument/2006/relationships/font" Target="fonts/Lato-italic.fntdata"/><Relationship Id="rId44" Type="http://schemas.openxmlformats.org/officeDocument/2006/relationships/font" Target="fonts/Poppins-bold.fntdata"/><Relationship Id="rId43" Type="http://schemas.openxmlformats.org/officeDocument/2006/relationships/font" Target="fonts/Poppins-regular.fntdata"/><Relationship Id="rId46" Type="http://schemas.openxmlformats.org/officeDocument/2006/relationships/font" Target="fonts/Poppins-boldItalic.fntdata"/><Relationship Id="rId45" Type="http://schemas.openxmlformats.org/officeDocument/2006/relationships/font" Target="fonts/Poppi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Oswald-regular.fntdata"/><Relationship Id="rId47" Type="http://schemas.openxmlformats.org/officeDocument/2006/relationships/font" Target="fonts/BebasNeue-regular.fntdata"/><Relationship Id="rId49" Type="http://schemas.openxmlformats.org/officeDocument/2006/relationships/font" Target="fonts/Oswa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fairDisplay-regular.fntdata"/><Relationship Id="rId30" Type="http://schemas.openxmlformats.org/officeDocument/2006/relationships/font" Target="fonts/Roboto-boldItalic.fntdata"/><Relationship Id="rId33" Type="http://schemas.openxmlformats.org/officeDocument/2006/relationships/font" Target="fonts/PlayfairDisplay-italic.fntdata"/><Relationship Id="rId32" Type="http://schemas.openxmlformats.org/officeDocument/2006/relationships/font" Target="fonts/PlayfairDisplay-bold.fntdata"/><Relationship Id="rId35" Type="http://schemas.openxmlformats.org/officeDocument/2006/relationships/font" Target="fonts/Montserrat-regular.fntdata"/><Relationship Id="rId34" Type="http://schemas.openxmlformats.org/officeDocument/2006/relationships/font" Target="fonts/PlayfairDisplay-boldItalic.fntdata"/><Relationship Id="rId37" Type="http://schemas.openxmlformats.org/officeDocument/2006/relationships/font" Target="fonts/Montserrat-italic.fntdata"/><Relationship Id="rId36" Type="http://schemas.openxmlformats.org/officeDocument/2006/relationships/font" Target="fonts/Montserrat-bold.fntdata"/><Relationship Id="rId39" Type="http://schemas.openxmlformats.org/officeDocument/2006/relationships/font" Target="fonts/Lato-regular.fntdata"/><Relationship Id="rId38" Type="http://schemas.openxmlformats.org/officeDocument/2006/relationships/font" Target="fonts/Montserra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bold.fntdata"/><Relationship Id="rId27" Type="http://schemas.openxmlformats.org/officeDocument/2006/relationships/font" Target="fonts/Roboto-regular.fntdata"/><Relationship Id="rId29" Type="http://schemas.openxmlformats.org/officeDocument/2006/relationships/font" Target="fonts/Roboto-italic.fntdata"/><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3aad04fd39_6_9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3aad04fd39_6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3ab030bdf3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g13ab030bdf3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3ab030bdf3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g13ab030bdf3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3ab030bdf3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13ab030bdf3_0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3aad04fd3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13aad04fd39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3aad04fd39_4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13aad04fd39_4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3aad04fd39_4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g13aad04fd39_4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3aad04fd39_1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g13aad04fd39_1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3aad04fd39_1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g13aad04fd39_1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3aad04fd39_1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g13aad04fd39_1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aad04fd39_3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g13aad04fd39_3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3aad04fd39_3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g13aad04fd39_3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3aad04fd39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13aad04fd39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3aad04fd39_1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4" name="Google Shape;374;g13aad04fd39_1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3ab1bad0d1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8" name="Google Shape;388;g13ab1bad0d1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3ab1bad0d1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4" name="Google Shape;404;g13ab1bad0d1_1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3ab1bad0d1_1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8" name="Google Shape;418;g13ab1bad0d1_1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3ab1bad0d1_2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7" name="Google Shape;427;g13ab1bad0d1_2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3aad04fd39_1_2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0" name="Google Shape;440;g13aad04fd39_1_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4" name="Shape 84"/>
        <p:cNvGrpSpPr/>
        <p:nvPr/>
      </p:nvGrpSpPr>
      <p:grpSpPr>
        <a:xfrm>
          <a:off x="0" y="0"/>
          <a:ext cx="0" cy="0"/>
          <a:chOff x="0" y="0"/>
          <a:chExt cx="0" cy="0"/>
        </a:xfrm>
      </p:grpSpPr>
      <p:sp>
        <p:nvSpPr>
          <p:cNvPr id="85" name="Google Shape;85;g13aad04fd39_6_4"/>
          <p:cNvSpPr/>
          <p:nvPr/>
        </p:nvSpPr>
        <p:spPr>
          <a:xfrm>
            <a:off x="8572500" y="0"/>
            <a:ext cx="144600" cy="10287000"/>
          </a:xfrm>
          <a:prstGeom prst="rect">
            <a:avLst/>
          </a:prstGeom>
          <a:solidFill>
            <a:schemeClr val="dk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6" name="Google Shape;86;g13aad04fd39_6_4"/>
          <p:cNvSpPr/>
          <p:nvPr/>
        </p:nvSpPr>
        <p:spPr>
          <a:xfrm>
            <a:off x="8716950" y="0"/>
            <a:ext cx="7706400" cy="10287000"/>
          </a:xfrm>
          <a:prstGeom prst="rect">
            <a:avLst/>
          </a:prstGeom>
          <a:solidFill>
            <a:schemeClr val="accent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7" name="Google Shape;87;g13aad04fd39_6_4"/>
          <p:cNvSpPr txBox="1"/>
          <p:nvPr>
            <p:ph type="ctrTitle"/>
          </p:nvPr>
        </p:nvSpPr>
        <p:spPr>
          <a:xfrm>
            <a:off x="688500" y="2807700"/>
            <a:ext cx="16911000" cy="4293600"/>
          </a:xfrm>
          <a:prstGeom prst="rect">
            <a:avLst/>
          </a:prstGeom>
          <a:solidFill>
            <a:srgbClr val="FFFFFF"/>
          </a:solidFill>
        </p:spPr>
        <p:txBody>
          <a:bodyPr anchorCtr="0" anchor="ctr" bIns="182850" lIns="182850" spcFirstLastPara="1" rIns="182850" wrap="square" tIns="182850">
            <a:normAutofit/>
          </a:bodyPr>
          <a:lstStyle>
            <a:lvl1pPr lvl="0" rtl="0" algn="ctr">
              <a:spcBef>
                <a:spcPts val="0"/>
              </a:spcBef>
              <a:spcAft>
                <a:spcPts val="0"/>
              </a:spcAft>
              <a:buSzPts val="13600"/>
              <a:buFont typeface="Playfair Display"/>
              <a:buNone/>
              <a:defRPr b="1" sz="13600">
                <a:latin typeface="Playfair Display"/>
                <a:ea typeface="Playfair Display"/>
                <a:cs typeface="Playfair Display"/>
                <a:sym typeface="Playfair Display"/>
              </a:defRPr>
            </a:lvl1pPr>
            <a:lvl2pPr lvl="1" rtl="0" algn="ctr">
              <a:spcBef>
                <a:spcPts val="0"/>
              </a:spcBef>
              <a:spcAft>
                <a:spcPts val="0"/>
              </a:spcAft>
              <a:buSzPts val="13600"/>
              <a:buFont typeface="Playfair Display"/>
              <a:buNone/>
              <a:defRPr b="1" sz="13600">
                <a:latin typeface="Playfair Display"/>
                <a:ea typeface="Playfair Display"/>
                <a:cs typeface="Playfair Display"/>
                <a:sym typeface="Playfair Display"/>
              </a:defRPr>
            </a:lvl2pPr>
            <a:lvl3pPr lvl="2" rtl="0" algn="ctr">
              <a:spcBef>
                <a:spcPts val="0"/>
              </a:spcBef>
              <a:spcAft>
                <a:spcPts val="0"/>
              </a:spcAft>
              <a:buSzPts val="13600"/>
              <a:buFont typeface="Playfair Display"/>
              <a:buNone/>
              <a:defRPr b="1" sz="13600">
                <a:latin typeface="Playfair Display"/>
                <a:ea typeface="Playfair Display"/>
                <a:cs typeface="Playfair Display"/>
                <a:sym typeface="Playfair Display"/>
              </a:defRPr>
            </a:lvl3pPr>
            <a:lvl4pPr lvl="3" rtl="0" algn="ctr">
              <a:spcBef>
                <a:spcPts val="0"/>
              </a:spcBef>
              <a:spcAft>
                <a:spcPts val="0"/>
              </a:spcAft>
              <a:buSzPts val="13600"/>
              <a:buFont typeface="Playfair Display"/>
              <a:buNone/>
              <a:defRPr b="1" sz="13600">
                <a:latin typeface="Playfair Display"/>
                <a:ea typeface="Playfair Display"/>
                <a:cs typeface="Playfair Display"/>
                <a:sym typeface="Playfair Display"/>
              </a:defRPr>
            </a:lvl4pPr>
            <a:lvl5pPr lvl="4" rtl="0" algn="ctr">
              <a:spcBef>
                <a:spcPts val="0"/>
              </a:spcBef>
              <a:spcAft>
                <a:spcPts val="0"/>
              </a:spcAft>
              <a:buSzPts val="13600"/>
              <a:buFont typeface="Playfair Display"/>
              <a:buNone/>
              <a:defRPr b="1" sz="13600">
                <a:latin typeface="Playfair Display"/>
                <a:ea typeface="Playfair Display"/>
                <a:cs typeface="Playfair Display"/>
                <a:sym typeface="Playfair Display"/>
              </a:defRPr>
            </a:lvl5pPr>
            <a:lvl6pPr lvl="5" rtl="0" algn="ctr">
              <a:spcBef>
                <a:spcPts val="0"/>
              </a:spcBef>
              <a:spcAft>
                <a:spcPts val="0"/>
              </a:spcAft>
              <a:buSzPts val="13600"/>
              <a:buFont typeface="Playfair Display"/>
              <a:buNone/>
              <a:defRPr b="1" sz="13600">
                <a:latin typeface="Playfair Display"/>
                <a:ea typeface="Playfair Display"/>
                <a:cs typeface="Playfair Display"/>
                <a:sym typeface="Playfair Display"/>
              </a:defRPr>
            </a:lvl6pPr>
            <a:lvl7pPr lvl="6" rtl="0" algn="ctr">
              <a:spcBef>
                <a:spcPts val="0"/>
              </a:spcBef>
              <a:spcAft>
                <a:spcPts val="0"/>
              </a:spcAft>
              <a:buSzPts val="13600"/>
              <a:buFont typeface="Playfair Display"/>
              <a:buNone/>
              <a:defRPr b="1" sz="13600">
                <a:latin typeface="Playfair Display"/>
                <a:ea typeface="Playfair Display"/>
                <a:cs typeface="Playfair Display"/>
                <a:sym typeface="Playfair Display"/>
              </a:defRPr>
            </a:lvl7pPr>
            <a:lvl8pPr lvl="7" rtl="0" algn="ctr">
              <a:spcBef>
                <a:spcPts val="0"/>
              </a:spcBef>
              <a:spcAft>
                <a:spcPts val="0"/>
              </a:spcAft>
              <a:buSzPts val="13600"/>
              <a:buFont typeface="Playfair Display"/>
              <a:buNone/>
              <a:defRPr b="1" sz="13600">
                <a:latin typeface="Playfair Display"/>
                <a:ea typeface="Playfair Display"/>
                <a:cs typeface="Playfair Display"/>
                <a:sym typeface="Playfair Display"/>
              </a:defRPr>
            </a:lvl8pPr>
            <a:lvl9pPr lvl="8" rtl="0" algn="ctr">
              <a:spcBef>
                <a:spcPts val="0"/>
              </a:spcBef>
              <a:spcAft>
                <a:spcPts val="0"/>
              </a:spcAft>
              <a:buSzPts val="13600"/>
              <a:buFont typeface="Playfair Display"/>
              <a:buNone/>
              <a:defRPr b="1" sz="13600">
                <a:latin typeface="Playfair Display"/>
                <a:ea typeface="Playfair Display"/>
                <a:cs typeface="Playfair Display"/>
                <a:sym typeface="Playfair Display"/>
              </a:defRPr>
            </a:lvl9pPr>
          </a:lstStyle>
          <a:p/>
        </p:txBody>
      </p:sp>
      <p:sp>
        <p:nvSpPr>
          <p:cNvPr id="88" name="Google Shape;88;g13aad04fd39_6_4"/>
          <p:cNvSpPr txBox="1"/>
          <p:nvPr>
            <p:ph idx="1" type="subTitle"/>
          </p:nvPr>
        </p:nvSpPr>
        <p:spPr>
          <a:xfrm>
            <a:off x="688500" y="7101300"/>
            <a:ext cx="9820200" cy="1155600"/>
          </a:xfrm>
          <a:prstGeom prst="rect">
            <a:avLst/>
          </a:prstGeom>
          <a:solidFill>
            <a:schemeClr val="dk2"/>
          </a:solidFill>
        </p:spPr>
        <p:txBody>
          <a:bodyPr anchorCtr="0" anchor="ctr" bIns="182850" lIns="182850" spcFirstLastPara="1" rIns="182850" wrap="square" tIns="182850">
            <a:normAutofit/>
          </a:bodyPr>
          <a:lstStyle>
            <a:lvl1pPr lvl="0" rtl="0">
              <a:lnSpc>
                <a:spcPct val="100000"/>
              </a:lnSpc>
              <a:spcBef>
                <a:spcPts val="0"/>
              </a:spcBef>
              <a:spcAft>
                <a:spcPts val="0"/>
              </a:spcAft>
              <a:buClr>
                <a:schemeClr val="lt1"/>
              </a:buClr>
              <a:buSzPts val="4800"/>
              <a:buFont typeface="Montserrat"/>
              <a:buNone/>
              <a:defRPr b="1" sz="4800">
                <a:solidFill>
                  <a:schemeClr val="lt1"/>
                </a:solidFill>
                <a:latin typeface="Montserrat"/>
                <a:ea typeface="Montserrat"/>
                <a:cs typeface="Montserrat"/>
                <a:sym typeface="Montserrat"/>
              </a:defRPr>
            </a:lvl1pPr>
            <a:lvl2pPr lvl="1" rtl="0">
              <a:lnSpc>
                <a:spcPct val="100000"/>
              </a:lnSpc>
              <a:spcBef>
                <a:spcPts val="0"/>
              </a:spcBef>
              <a:spcAft>
                <a:spcPts val="0"/>
              </a:spcAft>
              <a:buClr>
                <a:schemeClr val="lt1"/>
              </a:buClr>
              <a:buSzPts val="4800"/>
              <a:buFont typeface="Montserrat"/>
              <a:buNone/>
              <a:defRPr b="1" sz="4800">
                <a:solidFill>
                  <a:schemeClr val="lt1"/>
                </a:solidFill>
                <a:latin typeface="Montserrat"/>
                <a:ea typeface="Montserrat"/>
                <a:cs typeface="Montserrat"/>
                <a:sym typeface="Montserrat"/>
              </a:defRPr>
            </a:lvl2pPr>
            <a:lvl3pPr lvl="2" rtl="0">
              <a:lnSpc>
                <a:spcPct val="100000"/>
              </a:lnSpc>
              <a:spcBef>
                <a:spcPts val="0"/>
              </a:spcBef>
              <a:spcAft>
                <a:spcPts val="0"/>
              </a:spcAft>
              <a:buClr>
                <a:schemeClr val="lt1"/>
              </a:buClr>
              <a:buSzPts val="4800"/>
              <a:buFont typeface="Montserrat"/>
              <a:buNone/>
              <a:defRPr b="1" sz="4800">
                <a:solidFill>
                  <a:schemeClr val="lt1"/>
                </a:solidFill>
                <a:latin typeface="Montserrat"/>
                <a:ea typeface="Montserrat"/>
                <a:cs typeface="Montserrat"/>
                <a:sym typeface="Montserrat"/>
              </a:defRPr>
            </a:lvl3pPr>
            <a:lvl4pPr lvl="3" rtl="0">
              <a:lnSpc>
                <a:spcPct val="100000"/>
              </a:lnSpc>
              <a:spcBef>
                <a:spcPts val="0"/>
              </a:spcBef>
              <a:spcAft>
                <a:spcPts val="0"/>
              </a:spcAft>
              <a:buClr>
                <a:schemeClr val="lt1"/>
              </a:buClr>
              <a:buSzPts val="4800"/>
              <a:buFont typeface="Montserrat"/>
              <a:buNone/>
              <a:defRPr b="1" sz="4800">
                <a:solidFill>
                  <a:schemeClr val="lt1"/>
                </a:solidFill>
                <a:latin typeface="Montserrat"/>
                <a:ea typeface="Montserrat"/>
                <a:cs typeface="Montserrat"/>
                <a:sym typeface="Montserrat"/>
              </a:defRPr>
            </a:lvl4pPr>
            <a:lvl5pPr lvl="4" rtl="0">
              <a:lnSpc>
                <a:spcPct val="100000"/>
              </a:lnSpc>
              <a:spcBef>
                <a:spcPts val="0"/>
              </a:spcBef>
              <a:spcAft>
                <a:spcPts val="0"/>
              </a:spcAft>
              <a:buClr>
                <a:schemeClr val="lt1"/>
              </a:buClr>
              <a:buSzPts val="4800"/>
              <a:buFont typeface="Montserrat"/>
              <a:buNone/>
              <a:defRPr b="1" sz="4800">
                <a:solidFill>
                  <a:schemeClr val="lt1"/>
                </a:solidFill>
                <a:latin typeface="Montserrat"/>
                <a:ea typeface="Montserrat"/>
                <a:cs typeface="Montserrat"/>
                <a:sym typeface="Montserrat"/>
              </a:defRPr>
            </a:lvl5pPr>
            <a:lvl6pPr lvl="5" rtl="0">
              <a:lnSpc>
                <a:spcPct val="100000"/>
              </a:lnSpc>
              <a:spcBef>
                <a:spcPts val="0"/>
              </a:spcBef>
              <a:spcAft>
                <a:spcPts val="0"/>
              </a:spcAft>
              <a:buClr>
                <a:schemeClr val="lt1"/>
              </a:buClr>
              <a:buSzPts val="4800"/>
              <a:buFont typeface="Montserrat"/>
              <a:buNone/>
              <a:defRPr b="1" sz="4800">
                <a:solidFill>
                  <a:schemeClr val="lt1"/>
                </a:solidFill>
                <a:latin typeface="Montserrat"/>
                <a:ea typeface="Montserrat"/>
                <a:cs typeface="Montserrat"/>
                <a:sym typeface="Montserrat"/>
              </a:defRPr>
            </a:lvl6pPr>
            <a:lvl7pPr lvl="6" rtl="0">
              <a:lnSpc>
                <a:spcPct val="100000"/>
              </a:lnSpc>
              <a:spcBef>
                <a:spcPts val="0"/>
              </a:spcBef>
              <a:spcAft>
                <a:spcPts val="0"/>
              </a:spcAft>
              <a:buClr>
                <a:schemeClr val="lt1"/>
              </a:buClr>
              <a:buSzPts val="4800"/>
              <a:buFont typeface="Montserrat"/>
              <a:buNone/>
              <a:defRPr b="1" sz="4800">
                <a:solidFill>
                  <a:schemeClr val="lt1"/>
                </a:solidFill>
                <a:latin typeface="Montserrat"/>
                <a:ea typeface="Montserrat"/>
                <a:cs typeface="Montserrat"/>
                <a:sym typeface="Montserrat"/>
              </a:defRPr>
            </a:lvl7pPr>
            <a:lvl8pPr lvl="7" rtl="0">
              <a:lnSpc>
                <a:spcPct val="100000"/>
              </a:lnSpc>
              <a:spcBef>
                <a:spcPts val="0"/>
              </a:spcBef>
              <a:spcAft>
                <a:spcPts val="0"/>
              </a:spcAft>
              <a:buClr>
                <a:schemeClr val="lt1"/>
              </a:buClr>
              <a:buSzPts val="4800"/>
              <a:buFont typeface="Montserrat"/>
              <a:buNone/>
              <a:defRPr b="1" sz="4800">
                <a:solidFill>
                  <a:schemeClr val="lt1"/>
                </a:solidFill>
                <a:latin typeface="Montserrat"/>
                <a:ea typeface="Montserrat"/>
                <a:cs typeface="Montserrat"/>
                <a:sym typeface="Montserrat"/>
              </a:defRPr>
            </a:lvl8pPr>
            <a:lvl9pPr lvl="8" rtl="0">
              <a:lnSpc>
                <a:spcPct val="100000"/>
              </a:lnSpc>
              <a:spcBef>
                <a:spcPts val="0"/>
              </a:spcBef>
              <a:spcAft>
                <a:spcPts val="0"/>
              </a:spcAft>
              <a:buClr>
                <a:schemeClr val="lt1"/>
              </a:buClr>
              <a:buSzPts val="4800"/>
              <a:buFont typeface="Montserrat"/>
              <a:buNone/>
              <a:defRPr b="1" sz="4800">
                <a:solidFill>
                  <a:schemeClr val="lt1"/>
                </a:solidFill>
                <a:latin typeface="Montserrat"/>
                <a:ea typeface="Montserrat"/>
                <a:cs typeface="Montserrat"/>
                <a:sym typeface="Montserrat"/>
              </a:defRPr>
            </a:lvl9pPr>
          </a:lstStyle>
          <a:p/>
        </p:txBody>
      </p:sp>
      <p:sp>
        <p:nvSpPr>
          <p:cNvPr id="89" name="Google Shape;89;g13aad04fd39_6_4"/>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90" name="Shape 90"/>
        <p:cNvGrpSpPr/>
        <p:nvPr/>
      </p:nvGrpSpPr>
      <p:grpSpPr>
        <a:xfrm>
          <a:off x="0" y="0"/>
          <a:ext cx="0" cy="0"/>
          <a:chOff x="0" y="0"/>
          <a:chExt cx="0" cy="0"/>
        </a:xfrm>
      </p:grpSpPr>
      <p:sp>
        <p:nvSpPr>
          <p:cNvPr id="91" name="Google Shape;91;g13aad04fd39_6_10"/>
          <p:cNvSpPr/>
          <p:nvPr/>
        </p:nvSpPr>
        <p:spPr>
          <a:xfrm rot="5400000">
            <a:off x="9101400" y="-997200"/>
            <a:ext cx="85200" cy="16911600"/>
          </a:xfrm>
          <a:prstGeom prst="rect">
            <a:avLst/>
          </a:prstGeom>
          <a:solidFill>
            <a:schemeClr val="dk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2" name="Google Shape;92;g13aad04fd39_6_10"/>
          <p:cNvSpPr txBox="1"/>
          <p:nvPr>
            <p:ph type="title"/>
          </p:nvPr>
        </p:nvSpPr>
        <p:spPr>
          <a:xfrm>
            <a:off x="688500" y="2807700"/>
            <a:ext cx="16911000" cy="4293600"/>
          </a:xfrm>
          <a:prstGeom prst="rect">
            <a:avLst/>
          </a:prstGeom>
          <a:solidFill>
            <a:srgbClr val="FFFFFF"/>
          </a:solidFill>
        </p:spPr>
        <p:txBody>
          <a:bodyPr anchorCtr="0" anchor="ctr" bIns="182850" lIns="182850" spcFirstLastPara="1" rIns="182850" wrap="square" tIns="182850">
            <a:normAutofit/>
          </a:bodyPr>
          <a:lstStyle>
            <a:lvl1pPr lvl="0" rtl="0" algn="ctr">
              <a:spcBef>
                <a:spcPts val="0"/>
              </a:spcBef>
              <a:spcAft>
                <a:spcPts val="0"/>
              </a:spcAft>
              <a:buSzPts val="9600"/>
              <a:buFont typeface="Playfair Display"/>
              <a:buNone/>
              <a:defRPr b="1" sz="9600">
                <a:latin typeface="Playfair Display"/>
                <a:ea typeface="Playfair Display"/>
                <a:cs typeface="Playfair Display"/>
                <a:sym typeface="Playfair Display"/>
              </a:defRPr>
            </a:lvl1pPr>
            <a:lvl2pPr lvl="1" rtl="0" algn="ctr">
              <a:spcBef>
                <a:spcPts val="0"/>
              </a:spcBef>
              <a:spcAft>
                <a:spcPts val="0"/>
              </a:spcAft>
              <a:buSzPts val="9600"/>
              <a:buFont typeface="Playfair Display"/>
              <a:buNone/>
              <a:defRPr b="1" sz="9600">
                <a:latin typeface="Playfair Display"/>
                <a:ea typeface="Playfair Display"/>
                <a:cs typeface="Playfair Display"/>
                <a:sym typeface="Playfair Display"/>
              </a:defRPr>
            </a:lvl2pPr>
            <a:lvl3pPr lvl="2" rtl="0" algn="ctr">
              <a:spcBef>
                <a:spcPts val="0"/>
              </a:spcBef>
              <a:spcAft>
                <a:spcPts val="0"/>
              </a:spcAft>
              <a:buSzPts val="9600"/>
              <a:buFont typeface="Playfair Display"/>
              <a:buNone/>
              <a:defRPr b="1" sz="9600">
                <a:latin typeface="Playfair Display"/>
                <a:ea typeface="Playfair Display"/>
                <a:cs typeface="Playfair Display"/>
                <a:sym typeface="Playfair Display"/>
              </a:defRPr>
            </a:lvl3pPr>
            <a:lvl4pPr lvl="3" rtl="0" algn="ctr">
              <a:spcBef>
                <a:spcPts val="0"/>
              </a:spcBef>
              <a:spcAft>
                <a:spcPts val="0"/>
              </a:spcAft>
              <a:buSzPts val="9600"/>
              <a:buFont typeface="Playfair Display"/>
              <a:buNone/>
              <a:defRPr b="1" sz="9600">
                <a:latin typeface="Playfair Display"/>
                <a:ea typeface="Playfair Display"/>
                <a:cs typeface="Playfair Display"/>
                <a:sym typeface="Playfair Display"/>
              </a:defRPr>
            </a:lvl4pPr>
            <a:lvl5pPr lvl="4" rtl="0" algn="ctr">
              <a:spcBef>
                <a:spcPts val="0"/>
              </a:spcBef>
              <a:spcAft>
                <a:spcPts val="0"/>
              </a:spcAft>
              <a:buSzPts val="9600"/>
              <a:buFont typeface="Playfair Display"/>
              <a:buNone/>
              <a:defRPr b="1" sz="9600">
                <a:latin typeface="Playfair Display"/>
                <a:ea typeface="Playfair Display"/>
                <a:cs typeface="Playfair Display"/>
                <a:sym typeface="Playfair Display"/>
              </a:defRPr>
            </a:lvl5pPr>
            <a:lvl6pPr lvl="5" rtl="0" algn="ctr">
              <a:spcBef>
                <a:spcPts val="0"/>
              </a:spcBef>
              <a:spcAft>
                <a:spcPts val="0"/>
              </a:spcAft>
              <a:buSzPts val="9600"/>
              <a:buFont typeface="Playfair Display"/>
              <a:buNone/>
              <a:defRPr b="1" sz="9600">
                <a:latin typeface="Playfair Display"/>
                <a:ea typeface="Playfair Display"/>
                <a:cs typeface="Playfair Display"/>
                <a:sym typeface="Playfair Display"/>
              </a:defRPr>
            </a:lvl6pPr>
            <a:lvl7pPr lvl="6" rtl="0" algn="ctr">
              <a:spcBef>
                <a:spcPts val="0"/>
              </a:spcBef>
              <a:spcAft>
                <a:spcPts val="0"/>
              </a:spcAft>
              <a:buSzPts val="9600"/>
              <a:buFont typeface="Playfair Display"/>
              <a:buNone/>
              <a:defRPr b="1" sz="9600">
                <a:latin typeface="Playfair Display"/>
                <a:ea typeface="Playfair Display"/>
                <a:cs typeface="Playfair Display"/>
                <a:sym typeface="Playfair Display"/>
              </a:defRPr>
            </a:lvl7pPr>
            <a:lvl8pPr lvl="7" rtl="0" algn="ctr">
              <a:spcBef>
                <a:spcPts val="0"/>
              </a:spcBef>
              <a:spcAft>
                <a:spcPts val="0"/>
              </a:spcAft>
              <a:buSzPts val="9600"/>
              <a:buFont typeface="Playfair Display"/>
              <a:buNone/>
              <a:defRPr b="1" sz="9600">
                <a:latin typeface="Playfair Display"/>
                <a:ea typeface="Playfair Display"/>
                <a:cs typeface="Playfair Display"/>
                <a:sym typeface="Playfair Display"/>
              </a:defRPr>
            </a:lvl8pPr>
            <a:lvl9pPr lvl="8" rtl="0" algn="ctr">
              <a:spcBef>
                <a:spcPts val="0"/>
              </a:spcBef>
              <a:spcAft>
                <a:spcPts val="0"/>
              </a:spcAft>
              <a:buSzPts val="9600"/>
              <a:buFont typeface="Playfair Display"/>
              <a:buNone/>
              <a:defRPr b="1" sz="9600">
                <a:latin typeface="Playfair Display"/>
                <a:ea typeface="Playfair Display"/>
                <a:cs typeface="Playfair Display"/>
                <a:sym typeface="Playfair Display"/>
              </a:defRPr>
            </a:lvl9pPr>
          </a:lstStyle>
          <a:p/>
        </p:txBody>
      </p:sp>
      <p:sp>
        <p:nvSpPr>
          <p:cNvPr id="93" name="Google Shape;93;g13aad04fd39_6_10"/>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4" name="Shape 94"/>
        <p:cNvGrpSpPr/>
        <p:nvPr/>
      </p:nvGrpSpPr>
      <p:grpSpPr>
        <a:xfrm>
          <a:off x="0" y="0"/>
          <a:ext cx="0" cy="0"/>
          <a:chOff x="0" y="0"/>
          <a:chExt cx="0" cy="0"/>
        </a:xfrm>
      </p:grpSpPr>
      <p:sp>
        <p:nvSpPr>
          <p:cNvPr id="95" name="Google Shape;95;g13aad04fd39_6_1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rtl="0">
              <a:spcBef>
                <a:spcPts val="0"/>
              </a:spcBef>
              <a:spcAft>
                <a:spcPts val="0"/>
              </a:spcAft>
              <a:buSzPts val="6000"/>
              <a:buNone/>
              <a:defRPr/>
            </a:lvl1pPr>
            <a:lvl2pPr lvl="1" rtl="0">
              <a:spcBef>
                <a:spcPts val="0"/>
              </a:spcBef>
              <a:spcAft>
                <a:spcPts val="0"/>
              </a:spcAft>
              <a:buSzPts val="6000"/>
              <a:buNone/>
              <a:defRPr/>
            </a:lvl2pPr>
            <a:lvl3pPr lvl="2" rtl="0">
              <a:spcBef>
                <a:spcPts val="0"/>
              </a:spcBef>
              <a:spcAft>
                <a:spcPts val="0"/>
              </a:spcAft>
              <a:buSzPts val="6000"/>
              <a:buNone/>
              <a:defRPr/>
            </a:lvl3pPr>
            <a:lvl4pPr lvl="3" rtl="0">
              <a:spcBef>
                <a:spcPts val="0"/>
              </a:spcBef>
              <a:spcAft>
                <a:spcPts val="0"/>
              </a:spcAft>
              <a:buSzPts val="6000"/>
              <a:buNone/>
              <a:defRPr/>
            </a:lvl4pPr>
            <a:lvl5pPr lvl="4" rtl="0">
              <a:spcBef>
                <a:spcPts val="0"/>
              </a:spcBef>
              <a:spcAft>
                <a:spcPts val="0"/>
              </a:spcAft>
              <a:buSzPts val="6000"/>
              <a:buNone/>
              <a:defRPr/>
            </a:lvl5pPr>
            <a:lvl6pPr lvl="5" rtl="0">
              <a:spcBef>
                <a:spcPts val="0"/>
              </a:spcBef>
              <a:spcAft>
                <a:spcPts val="0"/>
              </a:spcAft>
              <a:buSzPts val="6000"/>
              <a:buNone/>
              <a:defRPr/>
            </a:lvl6pPr>
            <a:lvl7pPr lvl="6" rtl="0">
              <a:spcBef>
                <a:spcPts val="0"/>
              </a:spcBef>
              <a:spcAft>
                <a:spcPts val="0"/>
              </a:spcAft>
              <a:buSzPts val="6000"/>
              <a:buNone/>
              <a:defRPr/>
            </a:lvl7pPr>
            <a:lvl8pPr lvl="7" rtl="0">
              <a:spcBef>
                <a:spcPts val="0"/>
              </a:spcBef>
              <a:spcAft>
                <a:spcPts val="0"/>
              </a:spcAft>
              <a:buSzPts val="6000"/>
              <a:buNone/>
              <a:defRPr/>
            </a:lvl8pPr>
            <a:lvl9pPr lvl="8" rtl="0">
              <a:spcBef>
                <a:spcPts val="0"/>
              </a:spcBef>
              <a:spcAft>
                <a:spcPts val="0"/>
              </a:spcAft>
              <a:buSzPts val="6000"/>
              <a:buNone/>
              <a:defRPr/>
            </a:lvl9pPr>
          </a:lstStyle>
          <a:p/>
        </p:txBody>
      </p:sp>
      <p:sp>
        <p:nvSpPr>
          <p:cNvPr id="96" name="Google Shape;96;g13aad04fd39_6_14"/>
          <p:cNvSpPr txBox="1"/>
          <p:nvPr>
            <p:ph idx="1" type="body"/>
          </p:nvPr>
        </p:nvSpPr>
        <p:spPr>
          <a:xfrm>
            <a:off x="623400" y="2468150"/>
            <a:ext cx="17041200" cy="6669600"/>
          </a:xfrm>
          <a:prstGeom prst="rect">
            <a:avLst/>
          </a:prstGeom>
        </p:spPr>
        <p:txBody>
          <a:bodyPr anchorCtr="0" anchor="t" bIns="182850" lIns="182850" spcFirstLastPara="1" rIns="182850" wrap="square" tIns="182850">
            <a:normAutofit/>
          </a:bodyPr>
          <a:lstStyle>
            <a:lvl1pPr indent="-457200" lvl="0" marL="457200" rtl="0">
              <a:spcBef>
                <a:spcPts val="0"/>
              </a:spcBef>
              <a:spcAft>
                <a:spcPts val="0"/>
              </a:spcAft>
              <a:buSzPts val="3600"/>
              <a:buChar char="●"/>
              <a:defRPr/>
            </a:lvl1pPr>
            <a:lvl2pPr indent="-406400" lvl="1" marL="914400" rtl="0">
              <a:spcBef>
                <a:spcPts val="0"/>
              </a:spcBef>
              <a:spcAft>
                <a:spcPts val="0"/>
              </a:spcAft>
              <a:buSzPts val="2800"/>
              <a:buChar char="○"/>
              <a:defRPr/>
            </a:lvl2pPr>
            <a:lvl3pPr indent="-406400" lvl="2" marL="1371600" rtl="0">
              <a:spcBef>
                <a:spcPts val="0"/>
              </a:spcBef>
              <a:spcAft>
                <a:spcPts val="0"/>
              </a:spcAft>
              <a:buSzPts val="2800"/>
              <a:buChar char="■"/>
              <a:defRPr/>
            </a:lvl3pPr>
            <a:lvl4pPr indent="-406400" lvl="3" marL="1828800" rtl="0">
              <a:spcBef>
                <a:spcPts val="0"/>
              </a:spcBef>
              <a:spcAft>
                <a:spcPts val="0"/>
              </a:spcAft>
              <a:buSzPts val="2800"/>
              <a:buChar char="●"/>
              <a:defRPr/>
            </a:lvl4pPr>
            <a:lvl5pPr indent="-406400" lvl="4" marL="2286000" rtl="0">
              <a:spcBef>
                <a:spcPts val="0"/>
              </a:spcBef>
              <a:spcAft>
                <a:spcPts val="0"/>
              </a:spcAft>
              <a:buSzPts val="2800"/>
              <a:buChar char="○"/>
              <a:defRPr/>
            </a:lvl5pPr>
            <a:lvl6pPr indent="-406400" lvl="5" marL="2743200" rtl="0">
              <a:spcBef>
                <a:spcPts val="0"/>
              </a:spcBef>
              <a:spcAft>
                <a:spcPts val="0"/>
              </a:spcAft>
              <a:buSzPts val="2800"/>
              <a:buChar char="■"/>
              <a:defRPr/>
            </a:lvl6pPr>
            <a:lvl7pPr indent="-406400" lvl="6" marL="3200400" rtl="0">
              <a:spcBef>
                <a:spcPts val="0"/>
              </a:spcBef>
              <a:spcAft>
                <a:spcPts val="0"/>
              </a:spcAft>
              <a:buSzPts val="2800"/>
              <a:buChar char="●"/>
              <a:defRPr/>
            </a:lvl7pPr>
            <a:lvl8pPr indent="-406400" lvl="7" marL="3657600" rtl="0">
              <a:spcBef>
                <a:spcPts val="0"/>
              </a:spcBef>
              <a:spcAft>
                <a:spcPts val="0"/>
              </a:spcAft>
              <a:buSzPts val="2800"/>
              <a:buChar char="○"/>
              <a:defRPr/>
            </a:lvl8pPr>
            <a:lvl9pPr indent="-406400" lvl="8" marL="4114800" rtl="0">
              <a:spcBef>
                <a:spcPts val="0"/>
              </a:spcBef>
              <a:spcAft>
                <a:spcPts val="0"/>
              </a:spcAft>
              <a:buSzPts val="2800"/>
              <a:buChar char="■"/>
              <a:defRPr/>
            </a:lvl9pPr>
          </a:lstStyle>
          <a:p/>
        </p:txBody>
      </p:sp>
      <p:sp>
        <p:nvSpPr>
          <p:cNvPr id="97" name="Google Shape;97;g13aad04fd39_6_14"/>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8" name="Shape 98"/>
        <p:cNvGrpSpPr/>
        <p:nvPr/>
      </p:nvGrpSpPr>
      <p:grpSpPr>
        <a:xfrm>
          <a:off x="0" y="0"/>
          <a:ext cx="0" cy="0"/>
          <a:chOff x="0" y="0"/>
          <a:chExt cx="0" cy="0"/>
        </a:xfrm>
      </p:grpSpPr>
      <p:sp>
        <p:nvSpPr>
          <p:cNvPr id="99" name="Google Shape;99;g13aad04fd39_6_18"/>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rtl="0">
              <a:spcBef>
                <a:spcPts val="0"/>
              </a:spcBef>
              <a:spcAft>
                <a:spcPts val="0"/>
              </a:spcAft>
              <a:buSzPts val="6000"/>
              <a:buNone/>
              <a:defRPr/>
            </a:lvl1pPr>
            <a:lvl2pPr lvl="1" rtl="0">
              <a:spcBef>
                <a:spcPts val="0"/>
              </a:spcBef>
              <a:spcAft>
                <a:spcPts val="0"/>
              </a:spcAft>
              <a:buSzPts val="6000"/>
              <a:buNone/>
              <a:defRPr/>
            </a:lvl2pPr>
            <a:lvl3pPr lvl="2" rtl="0">
              <a:spcBef>
                <a:spcPts val="0"/>
              </a:spcBef>
              <a:spcAft>
                <a:spcPts val="0"/>
              </a:spcAft>
              <a:buSzPts val="6000"/>
              <a:buNone/>
              <a:defRPr/>
            </a:lvl3pPr>
            <a:lvl4pPr lvl="3" rtl="0">
              <a:spcBef>
                <a:spcPts val="0"/>
              </a:spcBef>
              <a:spcAft>
                <a:spcPts val="0"/>
              </a:spcAft>
              <a:buSzPts val="6000"/>
              <a:buNone/>
              <a:defRPr/>
            </a:lvl4pPr>
            <a:lvl5pPr lvl="4" rtl="0">
              <a:spcBef>
                <a:spcPts val="0"/>
              </a:spcBef>
              <a:spcAft>
                <a:spcPts val="0"/>
              </a:spcAft>
              <a:buSzPts val="6000"/>
              <a:buNone/>
              <a:defRPr/>
            </a:lvl5pPr>
            <a:lvl6pPr lvl="5" rtl="0">
              <a:spcBef>
                <a:spcPts val="0"/>
              </a:spcBef>
              <a:spcAft>
                <a:spcPts val="0"/>
              </a:spcAft>
              <a:buSzPts val="6000"/>
              <a:buNone/>
              <a:defRPr/>
            </a:lvl6pPr>
            <a:lvl7pPr lvl="6" rtl="0">
              <a:spcBef>
                <a:spcPts val="0"/>
              </a:spcBef>
              <a:spcAft>
                <a:spcPts val="0"/>
              </a:spcAft>
              <a:buSzPts val="6000"/>
              <a:buNone/>
              <a:defRPr/>
            </a:lvl7pPr>
            <a:lvl8pPr lvl="7" rtl="0">
              <a:spcBef>
                <a:spcPts val="0"/>
              </a:spcBef>
              <a:spcAft>
                <a:spcPts val="0"/>
              </a:spcAft>
              <a:buSzPts val="6000"/>
              <a:buNone/>
              <a:defRPr/>
            </a:lvl8pPr>
            <a:lvl9pPr lvl="8" rtl="0">
              <a:spcBef>
                <a:spcPts val="0"/>
              </a:spcBef>
              <a:spcAft>
                <a:spcPts val="0"/>
              </a:spcAft>
              <a:buSzPts val="6000"/>
              <a:buNone/>
              <a:defRPr/>
            </a:lvl9pPr>
          </a:lstStyle>
          <a:p/>
        </p:txBody>
      </p:sp>
      <p:sp>
        <p:nvSpPr>
          <p:cNvPr id="100" name="Google Shape;100;g13aad04fd39_6_18"/>
          <p:cNvSpPr txBox="1"/>
          <p:nvPr>
            <p:ph idx="1" type="body"/>
          </p:nvPr>
        </p:nvSpPr>
        <p:spPr>
          <a:xfrm>
            <a:off x="623400" y="2468100"/>
            <a:ext cx="7999800" cy="6669600"/>
          </a:xfrm>
          <a:prstGeom prst="rect">
            <a:avLst/>
          </a:prstGeom>
        </p:spPr>
        <p:txBody>
          <a:bodyPr anchorCtr="0" anchor="t" bIns="182850" lIns="182850" spcFirstLastPara="1" rIns="182850" wrap="square" tIns="182850">
            <a:normAutofit/>
          </a:bodyPr>
          <a:lstStyle>
            <a:lvl1pPr indent="-406400" lvl="0" marL="457200" rtl="0">
              <a:spcBef>
                <a:spcPts val="0"/>
              </a:spcBef>
              <a:spcAft>
                <a:spcPts val="0"/>
              </a:spcAft>
              <a:buSzPts val="2800"/>
              <a:buChar char="●"/>
              <a:defRPr sz="2800"/>
            </a:lvl1pPr>
            <a:lvl2pPr indent="-381000" lvl="1" marL="914400" rtl="0">
              <a:spcBef>
                <a:spcPts val="0"/>
              </a:spcBef>
              <a:spcAft>
                <a:spcPts val="0"/>
              </a:spcAft>
              <a:buSzPts val="2400"/>
              <a:buChar char="○"/>
              <a:defRPr sz="2400"/>
            </a:lvl2pPr>
            <a:lvl3pPr indent="-381000" lvl="2" marL="1371600" rtl="0">
              <a:spcBef>
                <a:spcPts val="0"/>
              </a:spcBef>
              <a:spcAft>
                <a:spcPts val="0"/>
              </a:spcAft>
              <a:buSzPts val="2400"/>
              <a:buChar char="■"/>
              <a:defRPr sz="2400"/>
            </a:lvl3pPr>
            <a:lvl4pPr indent="-381000" lvl="3" marL="1828800" rtl="0">
              <a:spcBef>
                <a:spcPts val="0"/>
              </a:spcBef>
              <a:spcAft>
                <a:spcPts val="0"/>
              </a:spcAft>
              <a:buSzPts val="2400"/>
              <a:buChar char="●"/>
              <a:defRPr sz="2400"/>
            </a:lvl4pPr>
            <a:lvl5pPr indent="-381000" lvl="4" marL="2286000" rtl="0">
              <a:spcBef>
                <a:spcPts val="0"/>
              </a:spcBef>
              <a:spcAft>
                <a:spcPts val="0"/>
              </a:spcAft>
              <a:buSzPts val="2400"/>
              <a:buChar char="○"/>
              <a:defRPr sz="2400"/>
            </a:lvl5pPr>
            <a:lvl6pPr indent="-381000" lvl="5" marL="2743200" rtl="0">
              <a:spcBef>
                <a:spcPts val="0"/>
              </a:spcBef>
              <a:spcAft>
                <a:spcPts val="0"/>
              </a:spcAft>
              <a:buSzPts val="2400"/>
              <a:buChar char="■"/>
              <a:defRPr sz="2400"/>
            </a:lvl6pPr>
            <a:lvl7pPr indent="-381000" lvl="6" marL="3200400" rtl="0">
              <a:spcBef>
                <a:spcPts val="0"/>
              </a:spcBef>
              <a:spcAft>
                <a:spcPts val="0"/>
              </a:spcAft>
              <a:buSzPts val="2400"/>
              <a:buChar char="●"/>
              <a:defRPr sz="2400"/>
            </a:lvl7pPr>
            <a:lvl8pPr indent="-381000" lvl="7" marL="3657600" rtl="0">
              <a:spcBef>
                <a:spcPts val="0"/>
              </a:spcBef>
              <a:spcAft>
                <a:spcPts val="0"/>
              </a:spcAft>
              <a:buSzPts val="2400"/>
              <a:buChar char="○"/>
              <a:defRPr sz="2400"/>
            </a:lvl8pPr>
            <a:lvl9pPr indent="-381000" lvl="8" marL="4114800" rtl="0">
              <a:spcBef>
                <a:spcPts val="0"/>
              </a:spcBef>
              <a:spcAft>
                <a:spcPts val="0"/>
              </a:spcAft>
              <a:buSzPts val="2400"/>
              <a:buChar char="■"/>
              <a:defRPr sz="2400"/>
            </a:lvl9pPr>
          </a:lstStyle>
          <a:p/>
        </p:txBody>
      </p:sp>
      <p:sp>
        <p:nvSpPr>
          <p:cNvPr id="101" name="Google Shape;101;g13aad04fd39_6_18"/>
          <p:cNvSpPr txBox="1"/>
          <p:nvPr>
            <p:ph idx="2" type="body"/>
          </p:nvPr>
        </p:nvSpPr>
        <p:spPr>
          <a:xfrm>
            <a:off x="9664800" y="2468100"/>
            <a:ext cx="7999800" cy="6669600"/>
          </a:xfrm>
          <a:prstGeom prst="rect">
            <a:avLst/>
          </a:prstGeom>
        </p:spPr>
        <p:txBody>
          <a:bodyPr anchorCtr="0" anchor="t" bIns="182850" lIns="182850" spcFirstLastPara="1" rIns="182850" wrap="square" tIns="182850">
            <a:normAutofit/>
          </a:bodyPr>
          <a:lstStyle>
            <a:lvl1pPr indent="-406400" lvl="0" marL="457200" rtl="0">
              <a:spcBef>
                <a:spcPts val="0"/>
              </a:spcBef>
              <a:spcAft>
                <a:spcPts val="0"/>
              </a:spcAft>
              <a:buSzPts val="2800"/>
              <a:buChar char="●"/>
              <a:defRPr sz="2800"/>
            </a:lvl1pPr>
            <a:lvl2pPr indent="-381000" lvl="1" marL="914400" rtl="0">
              <a:spcBef>
                <a:spcPts val="0"/>
              </a:spcBef>
              <a:spcAft>
                <a:spcPts val="0"/>
              </a:spcAft>
              <a:buSzPts val="2400"/>
              <a:buChar char="○"/>
              <a:defRPr sz="2400"/>
            </a:lvl2pPr>
            <a:lvl3pPr indent="-381000" lvl="2" marL="1371600" rtl="0">
              <a:spcBef>
                <a:spcPts val="0"/>
              </a:spcBef>
              <a:spcAft>
                <a:spcPts val="0"/>
              </a:spcAft>
              <a:buSzPts val="2400"/>
              <a:buChar char="■"/>
              <a:defRPr sz="2400"/>
            </a:lvl3pPr>
            <a:lvl4pPr indent="-381000" lvl="3" marL="1828800" rtl="0">
              <a:spcBef>
                <a:spcPts val="0"/>
              </a:spcBef>
              <a:spcAft>
                <a:spcPts val="0"/>
              </a:spcAft>
              <a:buSzPts val="2400"/>
              <a:buChar char="●"/>
              <a:defRPr sz="2400"/>
            </a:lvl4pPr>
            <a:lvl5pPr indent="-381000" lvl="4" marL="2286000" rtl="0">
              <a:spcBef>
                <a:spcPts val="0"/>
              </a:spcBef>
              <a:spcAft>
                <a:spcPts val="0"/>
              </a:spcAft>
              <a:buSzPts val="2400"/>
              <a:buChar char="○"/>
              <a:defRPr sz="2400"/>
            </a:lvl5pPr>
            <a:lvl6pPr indent="-381000" lvl="5" marL="2743200" rtl="0">
              <a:spcBef>
                <a:spcPts val="0"/>
              </a:spcBef>
              <a:spcAft>
                <a:spcPts val="0"/>
              </a:spcAft>
              <a:buSzPts val="2400"/>
              <a:buChar char="■"/>
              <a:defRPr sz="2400"/>
            </a:lvl6pPr>
            <a:lvl7pPr indent="-381000" lvl="6" marL="3200400" rtl="0">
              <a:spcBef>
                <a:spcPts val="0"/>
              </a:spcBef>
              <a:spcAft>
                <a:spcPts val="0"/>
              </a:spcAft>
              <a:buSzPts val="2400"/>
              <a:buChar char="●"/>
              <a:defRPr sz="2400"/>
            </a:lvl7pPr>
            <a:lvl8pPr indent="-381000" lvl="7" marL="3657600" rtl="0">
              <a:spcBef>
                <a:spcPts val="0"/>
              </a:spcBef>
              <a:spcAft>
                <a:spcPts val="0"/>
              </a:spcAft>
              <a:buSzPts val="2400"/>
              <a:buChar char="○"/>
              <a:defRPr sz="2400"/>
            </a:lvl8pPr>
            <a:lvl9pPr indent="-381000" lvl="8" marL="4114800" rtl="0">
              <a:spcBef>
                <a:spcPts val="0"/>
              </a:spcBef>
              <a:spcAft>
                <a:spcPts val="0"/>
              </a:spcAft>
              <a:buSzPts val="2400"/>
              <a:buChar char="■"/>
              <a:defRPr sz="2400"/>
            </a:lvl9pPr>
          </a:lstStyle>
          <a:p/>
        </p:txBody>
      </p:sp>
      <p:sp>
        <p:nvSpPr>
          <p:cNvPr id="102" name="Google Shape;102;g13aad04fd39_6_18"/>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3" name="Shape 103"/>
        <p:cNvGrpSpPr/>
        <p:nvPr/>
      </p:nvGrpSpPr>
      <p:grpSpPr>
        <a:xfrm>
          <a:off x="0" y="0"/>
          <a:ext cx="0" cy="0"/>
          <a:chOff x="0" y="0"/>
          <a:chExt cx="0" cy="0"/>
        </a:xfrm>
      </p:grpSpPr>
      <p:sp>
        <p:nvSpPr>
          <p:cNvPr id="104" name="Google Shape;104;g13aad04fd39_6_23"/>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rtl="0">
              <a:spcBef>
                <a:spcPts val="0"/>
              </a:spcBef>
              <a:spcAft>
                <a:spcPts val="0"/>
              </a:spcAft>
              <a:buSzPts val="6000"/>
              <a:buNone/>
              <a:defRPr/>
            </a:lvl1pPr>
            <a:lvl2pPr lvl="1" rtl="0">
              <a:spcBef>
                <a:spcPts val="0"/>
              </a:spcBef>
              <a:spcAft>
                <a:spcPts val="0"/>
              </a:spcAft>
              <a:buSzPts val="6000"/>
              <a:buNone/>
              <a:defRPr/>
            </a:lvl2pPr>
            <a:lvl3pPr lvl="2" rtl="0">
              <a:spcBef>
                <a:spcPts val="0"/>
              </a:spcBef>
              <a:spcAft>
                <a:spcPts val="0"/>
              </a:spcAft>
              <a:buSzPts val="6000"/>
              <a:buNone/>
              <a:defRPr/>
            </a:lvl3pPr>
            <a:lvl4pPr lvl="3" rtl="0">
              <a:spcBef>
                <a:spcPts val="0"/>
              </a:spcBef>
              <a:spcAft>
                <a:spcPts val="0"/>
              </a:spcAft>
              <a:buSzPts val="6000"/>
              <a:buNone/>
              <a:defRPr/>
            </a:lvl4pPr>
            <a:lvl5pPr lvl="4" rtl="0">
              <a:spcBef>
                <a:spcPts val="0"/>
              </a:spcBef>
              <a:spcAft>
                <a:spcPts val="0"/>
              </a:spcAft>
              <a:buSzPts val="6000"/>
              <a:buNone/>
              <a:defRPr/>
            </a:lvl5pPr>
            <a:lvl6pPr lvl="5" rtl="0">
              <a:spcBef>
                <a:spcPts val="0"/>
              </a:spcBef>
              <a:spcAft>
                <a:spcPts val="0"/>
              </a:spcAft>
              <a:buSzPts val="6000"/>
              <a:buNone/>
              <a:defRPr/>
            </a:lvl6pPr>
            <a:lvl7pPr lvl="6" rtl="0">
              <a:spcBef>
                <a:spcPts val="0"/>
              </a:spcBef>
              <a:spcAft>
                <a:spcPts val="0"/>
              </a:spcAft>
              <a:buSzPts val="6000"/>
              <a:buNone/>
              <a:defRPr/>
            </a:lvl7pPr>
            <a:lvl8pPr lvl="7" rtl="0">
              <a:spcBef>
                <a:spcPts val="0"/>
              </a:spcBef>
              <a:spcAft>
                <a:spcPts val="0"/>
              </a:spcAft>
              <a:buSzPts val="6000"/>
              <a:buNone/>
              <a:defRPr/>
            </a:lvl8pPr>
            <a:lvl9pPr lvl="8" rtl="0">
              <a:spcBef>
                <a:spcPts val="0"/>
              </a:spcBef>
              <a:spcAft>
                <a:spcPts val="0"/>
              </a:spcAft>
              <a:buSzPts val="6000"/>
              <a:buNone/>
              <a:defRPr/>
            </a:lvl9pPr>
          </a:lstStyle>
          <a:p/>
        </p:txBody>
      </p:sp>
      <p:sp>
        <p:nvSpPr>
          <p:cNvPr id="105" name="Google Shape;105;g13aad04fd39_6_23"/>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6" name="Shape 106"/>
        <p:cNvGrpSpPr/>
        <p:nvPr/>
      </p:nvGrpSpPr>
      <p:grpSpPr>
        <a:xfrm>
          <a:off x="0" y="0"/>
          <a:ext cx="0" cy="0"/>
          <a:chOff x="0" y="0"/>
          <a:chExt cx="0" cy="0"/>
        </a:xfrm>
      </p:grpSpPr>
      <p:sp>
        <p:nvSpPr>
          <p:cNvPr id="107" name="Google Shape;107;g13aad04fd39_6_26"/>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08" name="Google Shape;108;g13aad04fd39_6_26"/>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rtl="0">
              <a:spcBef>
                <a:spcPts val="0"/>
              </a:spcBef>
              <a:spcAft>
                <a:spcPts val="0"/>
              </a:spcAft>
              <a:buSzPts val="2400"/>
              <a:buChar char="●"/>
              <a:defRPr sz="2400"/>
            </a:lvl1pPr>
            <a:lvl2pPr indent="-381000" lvl="1" marL="914400" rtl="0">
              <a:spcBef>
                <a:spcPts val="0"/>
              </a:spcBef>
              <a:spcAft>
                <a:spcPts val="0"/>
              </a:spcAft>
              <a:buSzPts val="2400"/>
              <a:buChar char="○"/>
              <a:defRPr sz="2400"/>
            </a:lvl2pPr>
            <a:lvl3pPr indent="-381000" lvl="2" marL="1371600" rtl="0">
              <a:spcBef>
                <a:spcPts val="0"/>
              </a:spcBef>
              <a:spcAft>
                <a:spcPts val="0"/>
              </a:spcAft>
              <a:buSzPts val="2400"/>
              <a:buChar char="■"/>
              <a:defRPr sz="2400"/>
            </a:lvl3pPr>
            <a:lvl4pPr indent="-381000" lvl="3" marL="1828800" rtl="0">
              <a:spcBef>
                <a:spcPts val="0"/>
              </a:spcBef>
              <a:spcAft>
                <a:spcPts val="0"/>
              </a:spcAft>
              <a:buSzPts val="2400"/>
              <a:buChar char="●"/>
              <a:defRPr sz="2400"/>
            </a:lvl4pPr>
            <a:lvl5pPr indent="-381000" lvl="4" marL="2286000" rtl="0">
              <a:spcBef>
                <a:spcPts val="0"/>
              </a:spcBef>
              <a:spcAft>
                <a:spcPts val="0"/>
              </a:spcAft>
              <a:buSzPts val="2400"/>
              <a:buChar char="○"/>
              <a:defRPr sz="2400"/>
            </a:lvl5pPr>
            <a:lvl6pPr indent="-381000" lvl="5" marL="2743200" rtl="0">
              <a:spcBef>
                <a:spcPts val="0"/>
              </a:spcBef>
              <a:spcAft>
                <a:spcPts val="0"/>
              </a:spcAft>
              <a:buSzPts val="2400"/>
              <a:buChar char="■"/>
              <a:defRPr sz="2400"/>
            </a:lvl6pPr>
            <a:lvl7pPr indent="-381000" lvl="6" marL="3200400" rtl="0">
              <a:spcBef>
                <a:spcPts val="0"/>
              </a:spcBef>
              <a:spcAft>
                <a:spcPts val="0"/>
              </a:spcAft>
              <a:buSzPts val="2400"/>
              <a:buChar char="●"/>
              <a:defRPr sz="2400"/>
            </a:lvl7pPr>
            <a:lvl8pPr indent="-381000" lvl="7" marL="3657600" rtl="0">
              <a:spcBef>
                <a:spcPts val="0"/>
              </a:spcBef>
              <a:spcAft>
                <a:spcPts val="0"/>
              </a:spcAft>
              <a:buSzPts val="2400"/>
              <a:buChar char="○"/>
              <a:defRPr sz="2400"/>
            </a:lvl8pPr>
            <a:lvl9pPr indent="-381000" lvl="8" marL="4114800" rtl="0">
              <a:spcBef>
                <a:spcPts val="0"/>
              </a:spcBef>
              <a:spcAft>
                <a:spcPts val="0"/>
              </a:spcAft>
              <a:buSzPts val="2400"/>
              <a:buChar char="■"/>
              <a:defRPr sz="2400"/>
            </a:lvl9pPr>
          </a:lstStyle>
          <a:p/>
        </p:txBody>
      </p:sp>
      <p:sp>
        <p:nvSpPr>
          <p:cNvPr id="109" name="Google Shape;109;g13aad04fd39_6_26"/>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10" name="Shape 110"/>
        <p:cNvGrpSpPr/>
        <p:nvPr/>
      </p:nvGrpSpPr>
      <p:grpSpPr>
        <a:xfrm>
          <a:off x="0" y="0"/>
          <a:ext cx="0" cy="0"/>
          <a:chOff x="0" y="0"/>
          <a:chExt cx="0" cy="0"/>
        </a:xfrm>
      </p:grpSpPr>
      <p:sp>
        <p:nvSpPr>
          <p:cNvPr id="111" name="Google Shape;111;g13aad04fd39_6_30"/>
          <p:cNvSpPr txBox="1"/>
          <p:nvPr>
            <p:ph type="title"/>
          </p:nvPr>
        </p:nvSpPr>
        <p:spPr>
          <a:xfrm>
            <a:off x="980500" y="1052700"/>
            <a:ext cx="11237400" cy="8181600"/>
          </a:xfrm>
          <a:prstGeom prst="rect">
            <a:avLst/>
          </a:prstGeom>
        </p:spPr>
        <p:txBody>
          <a:bodyPr anchorCtr="0" anchor="ctr" bIns="182850" lIns="182850" spcFirstLastPara="1" rIns="182850" wrap="square" tIns="182850">
            <a:normAutofit/>
          </a:bodyPr>
          <a:lstStyle>
            <a:lvl1pPr lvl="0" rtl="0">
              <a:spcBef>
                <a:spcPts val="0"/>
              </a:spcBef>
              <a:spcAft>
                <a:spcPts val="0"/>
              </a:spcAft>
              <a:buClr>
                <a:schemeClr val="lt1"/>
              </a:buClr>
              <a:buSzPts val="10800"/>
              <a:buFont typeface="Playfair Display"/>
              <a:buNone/>
              <a:defRPr sz="10800">
                <a:solidFill>
                  <a:schemeClr val="lt1"/>
                </a:solidFill>
                <a:latin typeface="Playfair Display"/>
                <a:ea typeface="Playfair Display"/>
                <a:cs typeface="Playfair Display"/>
                <a:sym typeface="Playfair Display"/>
              </a:defRPr>
            </a:lvl1pPr>
            <a:lvl2pPr lvl="1" rtl="0">
              <a:spcBef>
                <a:spcPts val="0"/>
              </a:spcBef>
              <a:spcAft>
                <a:spcPts val="0"/>
              </a:spcAft>
              <a:buClr>
                <a:schemeClr val="lt1"/>
              </a:buClr>
              <a:buSzPts val="10800"/>
              <a:buFont typeface="Playfair Display"/>
              <a:buNone/>
              <a:defRPr sz="10800">
                <a:solidFill>
                  <a:schemeClr val="lt1"/>
                </a:solidFill>
                <a:latin typeface="Playfair Display"/>
                <a:ea typeface="Playfair Display"/>
                <a:cs typeface="Playfair Display"/>
                <a:sym typeface="Playfair Display"/>
              </a:defRPr>
            </a:lvl2pPr>
            <a:lvl3pPr lvl="2" rtl="0">
              <a:spcBef>
                <a:spcPts val="0"/>
              </a:spcBef>
              <a:spcAft>
                <a:spcPts val="0"/>
              </a:spcAft>
              <a:buClr>
                <a:schemeClr val="lt1"/>
              </a:buClr>
              <a:buSzPts val="10800"/>
              <a:buFont typeface="Playfair Display"/>
              <a:buNone/>
              <a:defRPr sz="10800">
                <a:solidFill>
                  <a:schemeClr val="lt1"/>
                </a:solidFill>
                <a:latin typeface="Playfair Display"/>
                <a:ea typeface="Playfair Display"/>
                <a:cs typeface="Playfair Display"/>
                <a:sym typeface="Playfair Display"/>
              </a:defRPr>
            </a:lvl3pPr>
            <a:lvl4pPr lvl="3" rtl="0">
              <a:spcBef>
                <a:spcPts val="0"/>
              </a:spcBef>
              <a:spcAft>
                <a:spcPts val="0"/>
              </a:spcAft>
              <a:buClr>
                <a:schemeClr val="lt1"/>
              </a:buClr>
              <a:buSzPts val="10800"/>
              <a:buFont typeface="Playfair Display"/>
              <a:buNone/>
              <a:defRPr sz="10800">
                <a:solidFill>
                  <a:schemeClr val="lt1"/>
                </a:solidFill>
                <a:latin typeface="Playfair Display"/>
                <a:ea typeface="Playfair Display"/>
                <a:cs typeface="Playfair Display"/>
                <a:sym typeface="Playfair Display"/>
              </a:defRPr>
            </a:lvl4pPr>
            <a:lvl5pPr lvl="4" rtl="0">
              <a:spcBef>
                <a:spcPts val="0"/>
              </a:spcBef>
              <a:spcAft>
                <a:spcPts val="0"/>
              </a:spcAft>
              <a:buClr>
                <a:schemeClr val="lt1"/>
              </a:buClr>
              <a:buSzPts val="10800"/>
              <a:buFont typeface="Playfair Display"/>
              <a:buNone/>
              <a:defRPr sz="10800">
                <a:solidFill>
                  <a:schemeClr val="lt1"/>
                </a:solidFill>
                <a:latin typeface="Playfair Display"/>
                <a:ea typeface="Playfair Display"/>
                <a:cs typeface="Playfair Display"/>
                <a:sym typeface="Playfair Display"/>
              </a:defRPr>
            </a:lvl5pPr>
            <a:lvl6pPr lvl="5" rtl="0">
              <a:spcBef>
                <a:spcPts val="0"/>
              </a:spcBef>
              <a:spcAft>
                <a:spcPts val="0"/>
              </a:spcAft>
              <a:buClr>
                <a:schemeClr val="lt1"/>
              </a:buClr>
              <a:buSzPts val="10800"/>
              <a:buFont typeface="Playfair Display"/>
              <a:buNone/>
              <a:defRPr sz="10800">
                <a:solidFill>
                  <a:schemeClr val="lt1"/>
                </a:solidFill>
                <a:latin typeface="Playfair Display"/>
                <a:ea typeface="Playfair Display"/>
                <a:cs typeface="Playfair Display"/>
                <a:sym typeface="Playfair Display"/>
              </a:defRPr>
            </a:lvl6pPr>
            <a:lvl7pPr lvl="6" rtl="0">
              <a:spcBef>
                <a:spcPts val="0"/>
              </a:spcBef>
              <a:spcAft>
                <a:spcPts val="0"/>
              </a:spcAft>
              <a:buClr>
                <a:schemeClr val="lt1"/>
              </a:buClr>
              <a:buSzPts val="10800"/>
              <a:buFont typeface="Playfair Display"/>
              <a:buNone/>
              <a:defRPr sz="10800">
                <a:solidFill>
                  <a:schemeClr val="lt1"/>
                </a:solidFill>
                <a:latin typeface="Playfair Display"/>
                <a:ea typeface="Playfair Display"/>
                <a:cs typeface="Playfair Display"/>
                <a:sym typeface="Playfair Display"/>
              </a:defRPr>
            </a:lvl7pPr>
            <a:lvl8pPr lvl="7" rtl="0">
              <a:spcBef>
                <a:spcPts val="0"/>
              </a:spcBef>
              <a:spcAft>
                <a:spcPts val="0"/>
              </a:spcAft>
              <a:buClr>
                <a:schemeClr val="lt1"/>
              </a:buClr>
              <a:buSzPts val="10800"/>
              <a:buFont typeface="Playfair Display"/>
              <a:buNone/>
              <a:defRPr sz="10800">
                <a:solidFill>
                  <a:schemeClr val="lt1"/>
                </a:solidFill>
                <a:latin typeface="Playfair Display"/>
                <a:ea typeface="Playfair Display"/>
                <a:cs typeface="Playfair Display"/>
                <a:sym typeface="Playfair Display"/>
              </a:defRPr>
            </a:lvl8pPr>
            <a:lvl9pPr lvl="8" rtl="0">
              <a:spcBef>
                <a:spcPts val="0"/>
              </a:spcBef>
              <a:spcAft>
                <a:spcPts val="0"/>
              </a:spcAft>
              <a:buClr>
                <a:schemeClr val="lt1"/>
              </a:buClr>
              <a:buSzPts val="10800"/>
              <a:buFont typeface="Playfair Display"/>
              <a:buNone/>
              <a:defRPr sz="10800">
                <a:solidFill>
                  <a:schemeClr val="lt1"/>
                </a:solidFill>
                <a:latin typeface="Playfair Display"/>
                <a:ea typeface="Playfair Display"/>
                <a:cs typeface="Playfair Display"/>
                <a:sym typeface="Playfair Display"/>
              </a:defRPr>
            </a:lvl9pPr>
          </a:lstStyle>
          <a:p/>
        </p:txBody>
      </p:sp>
      <p:sp>
        <p:nvSpPr>
          <p:cNvPr id="112" name="Google Shape;112;g13aad04fd39_6_30"/>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3" name="Shape 113"/>
        <p:cNvGrpSpPr/>
        <p:nvPr/>
      </p:nvGrpSpPr>
      <p:grpSpPr>
        <a:xfrm>
          <a:off x="0" y="0"/>
          <a:ext cx="0" cy="0"/>
          <a:chOff x="0" y="0"/>
          <a:chExt cx="0" cy="0"/>
        </a:xfrm>
      </p:grpSpPr>
      <p:sp>
        <p:nvSpPr>
          <p:cNvPr id="114" name="Google Shape;114;g13aad04fd39_6_33"/>
          <p:cNvSpPr/>
          <p:nvPr/>
        </p:nvSpPr>
        <p:spPr>
          <a:xfrm>
            <a:off x="9144000" y="-1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cxnSp>
        <p:nvCxnSpPr>
          <p:cNvPr id="115" name="Google Shape;115;g13aad04fd39_6_33"/>
          <p:cNvCxnSpPr/>
          <p:nvPr/>
        </p:nvCxnSpPr>
        <p:spPr>
          <a:xfrm>
            <a:off x="10059350" y="8991000"/>
            <a:ext cx="936600" cy="0"/>
          </a:xfrm>
          <a:prstGeom prst="straightConnector1">
            <a:avLst/>
          </a:prstGeom>
          <a:noFill/>
          <a:ln cap="flat" cmpd="sng" w="19050">
            <a:solidFill>
              <a:schemeClr val="dk2"/>
            </a:solidFill>
            <a:prstDash val="solid"/>
            <a:round/>
            <a:headEnd len="sm" w="sm" type="none"/>
            <a:tailEnd len="sm" w="sm" type="none"/>
          </a:ln>
        </p:spPr>
      </p:cxnSp>
      <p:sp>
        <p:nvSpPr>
          <p:cNvPr id="116" name="Google Shape;116;g13aad04fd39_6_33"/>
          <p:cNvSpPr txBox="1"/>
          <p:nvPr>
            <p:ph type="title"/>
          </p:nvPr>
        </p:nvSpPr>
        <p:spPr>
          <a:xfrm>
            <a:off x="531000" y="2163350"/>
            <a:ext cx="8090400" cy="3572400"/>
          </a:xfrm>
          <a:prstGeom prst="rect">
            <a:avLst/>
          </a:prstGeom>
        </p:spPr>
        <p:txBody>
          <a:bodyPr anchorCtr="0" anchor="b" bIns="182850" lIns="182850" spcFirstLastPara="1" rIns="182850" wrap="square" tIns="182850">
            <a:normAutofit/>
          </a:bodyPr>
          <a:lstStyle>
            <a:lvl1pPr lvl="0" rtl="0" algn="ctr">
              <a:spcBef>
                <a:spcPts val="0"/>
              </a:spcBef>
              <a:spcAft>
                <a:spcPts val="0"/>
              </a:spcAft>
              <a:buSzPts val="8400"/>
              <a:buNone/>
              <a:defRPr sz="8400"/>
            </a:lvl1pPr>
            <a:lvl2pPr lvl="1" rtl="0" algn="ctr">
              <a:spcBef>
                <a:spcPts val="0"/>
              </a:spcBef>
              <a:spcAft>
                <a:spcPts val="0"/>
              </a:spcAft>
              <a:buSzPts val="8400"/>
              <a:buNone/>
              <a:defRPr sz="8400"/>
            </a:lvl2pPr>
            <a:lvl3pPr lvl="2" rtl="0" algn="ctr">
              <a:spcBef>
                <a:spcPts val="0"/>
              </a:spcBef>
              <a:spcAft>
                <a:spcPts val="0"/>
              </a:spcAft>
              <a:buSzPts val="8400"/>
              <a:buNone/>
              <a:defRPr sz="8400"/>
            </a:lvl3pPr>
            <a:lvl4pPr lvl="3" rtl="0" algn="ctr">
              <a:spcBef>
                <a:spcPts val="0"/>
              </a:spcBef>
              <a:spcAft>
                <a:spcPts val="0"/>
              </a:spcAft>
              <a:buSzPts val="8400"/>
              <a:buNone/>
              <a:defRPr sz="8400"/>
            </a:lvl4pPr>
            <a:lvl5pPr lvl="4" rtl="0" algn="ctr">
              <a:spcBef>
                <a:spcPts val="0"/>
              </a:spcBef>
              <a:spcAft>
                <a:spcPts val="0"/>
              </a:spcAft>
              <a:buSzPts val="8400"/>
              <a:buNone/>
              <a:defRPr sz="8400"/>
            </a:lvl5pPr>
            <a:lvl6pPr lvl="5" rtl="0" algn="ctr">
              <a:spcBef>
                <a:spcPts val="0"/>
              </a:spcBef>
              <a:spcAft>
                <a:spcPts val="0"/>
              </a:spcAft>
              <a:buSzPts val="8400"/>
              <a:buNone/>
              <a:defRPr sz="8400"/>
            </a:lvl6pPr>
            <a:lvl7pPr lvl="6" rtl="0" algn="ctr">
              <a:spcBef>
                <a:spcPts val="0"/>
              </a:spcBef>
              <a:spcAft>
                <a:spcPts val="0"/>
              </a:spcAft>
              <a:buSzPts val="8400"/>
              <a:buNone/>
              <a:defRPr sz="8400"/>
            </a:lvl7pPr>
            <a:lvl8pPr lvl="7" rtl="0" algn="ctr">
              <a:spcBef>
                <a:spcPts val="0"/>
              </a:spcBef>
              <a:spcAft>
                <a:spcPts val="0"/>
              </a:spcAft>
              <a:buSzPts val="8400"/>
              <a:buNone/>
              <a:defRPr sz="8400"/>
            </a:lvl8pPr>
            <a:lvl9pPr lvl="8" rtl="0" algn="ctr">
              <a:spcBef>
                <a:spcPts val="0"/>
              </a:spcBef>
              <a:spcAft>
                <a:spcPts val="0"/>
              </a:spcAft>
              <a:buSzPts val="8400"/>
              <a:buNone/>
              <a:defRPr sz="8400"/>
            </a:lvl9pPr>
          </a:lstStyle>
          <a:p/>
        </p:txBody>
      </p:sp>
      <p:sp>
        <p:nvSpPr>
          <p:cNvPr id="117" name="Google Shape;117;g13aad04fd39_6_33"/>
          <p:cNvSpPr txBox="1"/>
          <p:nvPr>
            <p:ph idx="1" type="subTitle"/>
          </p:nvPr>
        </p:nvSpPr>
        <p:spPr>
          <a:xfrm>
            <a:off x="531000" y="5842802"/>
            <a:ext cx="8090400" cy="2691000"/>
          </a:xfrm>
          <a:prstGeom prst="rect">
            <a:avLst/>
          </a:prstGeom>
        </p:spPr>
        <p:txBody>
          <a:bodyPr anchorCtr="0" anchor="t" bIns="182850" lIns="182850" spcFirstLastPara="1" rIns="182850" wrap="square" tIns="182850">
            <a:norm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118" name="Google Shape;118;g13aad04fd39_6_33"/>
          <p:cNvSpPr txBox="1"/>
          <p:nvPr>
            <p:ph idx="2" type="body"/>
          </p:nvPr>
        </p:nvSpPr>
        <p:spPr>
          <a:xfrm>
            <a:off x="9879000" y="1448400"/>
            <a:ext cx="7674000" cy="7390200"/>
          </a:xfrm>
          <a:prstGeom prst="rect">
            <a:avLst/>
          </a:prstGeom>
        </p:spPr>
        <p:txBody>
          <a:bodyPr anchorCtr="0" anchor="ctr" bIns="182850" lIns="182850" spcFirstLastPara="1" rIns="182850" wrap="square" tIns="182850">
            <a:normAutofit/>
          </a:bodyPr>
          <a:lstStyle>
            <a:lvl1pPr indent="-457200" lvl="0" marL="457200" rtl="0">
              <a:spcBef>
                <a:spcPts val="0"/>
              </a:spcBef>
              <a:spcAft>
                <a:spcPts val="0"/>
              </a:spcAft>
              <a:buSzPts val="3600"/>
              <a:buChar char="●"/>
              <a:defRPr>
                <a:highlight>
                  <a:schemeClr val="lt1"/>
                </a:highlight>
              </a:defRPr>
            </a:lvl1pPr>
            <a:lvl2pPr indent="-406400" lvl="1" marL="914400" rtl="0">
              <a:spcBef>
                <a:spcPts val="0"/>
              </a:spcBef>
              <a:spcAft>
                <a:spcPts val="0"/>
              </a:spcAft>
              <a:buSzPts val="2800"/>
              <a:buChar char="○"/>
              <a:defRPr>
                <a:highlight>
                  <a:schemeClr val="lt1"/>
                </a:highlight>
              </a:defRPr>
            </a:lvl2pPr>
            <a:lvl3pPr indent="-406400" lvl="2" marL="1371600" rtl="0">
              <a:spcBef>
                <a:spcPts val="0"/>
              </a:spcBef>
              <a:spcAft>
                <a:spcPts val="0"/>
              </a:spcAft>
              <a:buSzPts val="2800"/>
              <a:buChar char="■"/>
              <a:defRPr>
                <a:highlight>
                  <a:schemeClr val="lt1"/>
                </a:highlight>
              </a:defRPr>
            </a:lvl3pPr>
            <a:lvl4pPr indent="-406400" lvl="3" marL="1828800" rtl="0">
              <a:spcBef>
                <a:spcPts val="0"/>
              </a:spcBef>
              <a:spcAft>
                <a:spcPts val="0"/>
              </a:spcAft>
              <a:buSzPts val="2800"/>
              <a:buChar char="●"/>
              <a:defRPr>
                <a:highlight>
                  <a:schemeClr val="lt1"/>
                </a:highlight>
              </a:defRPr>
            </a:lvl4pPr>
            <a:lvl5pPr indent="-406400" lvl="4" marL="2286000" rtl="0">
              <a:spcBef>
                <a:spcPts val="0"/>
              </a:spcBef>
              <a:spcAft>
                <a:spcPts val="0"/>
              </a:spcAft>
              <a:buSzPts val="2800"/>
              <a:buChar char="○"/>
              <a:defRPr>
                <a:highlight>
                  <a:schemeClr val="lt1"/>
                </a:highlight>
              </a:defRPr>
            </a:lvl5pPr>
            <a:lvl6pPr indent="-406400" lvl="5" marL="2743200" rtl="0">
              <a:spcBef>
                <a:spcPts val="0"/>
              </a:spcBef>
              <a:spcAft>
                <a:spcPts val="0"/>
              </a:spcAft>
              <a:buSzPts val="2800"/>
              <a:buChar char="■"/>
              <a:defRPr>
                <a:highlight>
                  <a:schemeClr val="lt1"/>
                </a:highlight>
              </a:defRPr>
            </a:lvl6pPr>
            <a:lvl7pPr indent="-406400" lvl="6" marL="3200400" rtl="0">
              <a:spcBef>
                <a:spcPts val="0"/>
              </a:spcBef>
              <a:spcAft>
                <a:spcPts val="0"/>
              </a:spcAft>
              <a:buSzPts val="2800"/>
              <a:buChar char="●"/>
              <a:defRPr>
                <a:highlight>
                  <a:schemeClr val="lt1"/>
                </a:highlight>
              </a:defRPr>
            </a:lvl7pPr>
            <a:lvl8pPr indent="-406400" lvl="7" marL="3657600" rtl="0">
              <a:spcBef>
                <a:spcPts val="0"/>
              </a:spcBef>
              <a:spcAft>
                <a:spcPts val="0"/>
              </a:spcAft>
              <a:buSzPts val="2800"/>
              <a:buChar char="○"/>
              <a:defRPr>
                <a:highlight>
                  <a:schemeClr val="lt1"/>
                </a:highlight>
              </a:defRPr>
            </a:lvl8pPr>
            <a:lvl9pPr indent="-406400" lvl="8" marL="4114800" rtl="0">
              <a:spcBef>
                <a:spcPts val="0"/>
              </a:spcBef>
              <a:spcAft>
                <a:spcPts val="0"/>
              </a:spcAft>
              <a:buSzPts val="2800"/>
              <a:buChar char="■"/>
              <a:defRPr>
                <a:highlight>
                  <a:schemeClr val="lt1"/>
                </a:highlight>
              </a:defRPr>
            </a:lvl9pPr>
          </a:lstStyle>
          <a:p/>
        </p:txBody>
      </p:sp>
      <p:sp>
        <p:nvSpPr>
          <p:cNvPr id="119" name="Google Shape;119;g13aad04fd39_6_33"/>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g13aad04fd39_6_40"/>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rtl="0">
              <a:lnSpc>
                <a:spcPct val="100000"/>
              </a:lnSpc>
              <a:spcBef>
                <a:spcPts val="0"/>
              </a:spcBef>
              <a:spcAft>
                <a:spcPts val="0"/>
              </a:spcAft>
              <a:buSzPts val="3600"/>
              <a:buNone/>
              <a:defRPr>
                <a:highlight>
                  <a:schemeClr val="dk1"/>
                </a:highlight>
              </a:defRPr>
            </a:lvl1pPr>
          </a:lstStyle>
          <a:p/>
        </p:txBody>
      </p:sp>
      <p:sp>
        <p:nvSpPr>
          <p:cNvPr id="122" name="Google Shape;122;g13aad04fd39_6_40"/>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3" name="Shape 123"/>
        <p:cNvGrpSpPr/>
        <p:nvPr/>
      </p:nvGrpSpPr>
      <p:grpSpPr>
        <a:xfrm>
          <a:off x="0" y="0"/>
          <a:ext cx="0" cy="0"/>
          <a:chOff x="0" y="0"/>
          <a:chExt cx="0" cy="0"/>
        </a:xfrm>
      </p:grpSpPr>
      <p:sp>
        <p:nvSpPr>
          <p:cNvPr id="124" name="Google Shape;124;g13aad04fd39_6_43"/>
          <p:cNvSpPr txBox="1"/>
          <p:nvPr>
            <p:ph hasCustomPrompt="1" type="title"/>
          </p:nvPr>
        </p:nvSpPr>
        <p:spPr>
          <a:xfrm>
            <a:off x="623400" y="1999850"/>
            <a:ext cx="17041200" cy="4292400"/>
          </a:xfrm>
          <a:prstGeom prst="rect">
            <a:avLst/>
          </a:prstGeom>
        </p:spPr>
        <p:txBody>
          <a:bodyPr anchorCtr="0" anchor="b" bIns="182850" lIns="182850" spcFirstLastPara="1" rIns="182850" wrap="square" tIns="182850">
            <a:normAutofit/>
          </a:bodyPr>
          <a:lstStyle>
            <a:lvl1pPr lvl="0" rtl="0" algn="ctr">
              <a:spcBef>
                <a:spcPts val="0"/>
              </a:spcBef>
              <a:spcAft>
                <a:spcPts val="0"/>
              </a:spcAft>
              <a:buSzPts val="28000"/>
              <a:buFont typeface="Montserrat"/>
              <a:buNone/>
              <a:defRPr sz="28000">
                <a:latin typeface="Montserrat"/>
                <a:ea typeface="Montserrat"/>
                <a:cs typeface="Montserrat"/>
                <a:sym typeface="Montserrat"/>
              </a:defRPr>
            </a:lvl1pPr>
            <a:lvl2pPr lvl="1" rtl="0" algn="ctr">
              <a:spcBef>
                <a:spcPts val="0"/>
              </a:spcBef>
              <a:spcAft>
                <a:spcPts val="0"/>
              </a:spcAft>
              <a:buSzPts val="28000"/>
              <a:buFont typeface="Montserrat"/>
              <a:buNone/>
              <a:defRPr sz="28000">
                <a:latin typeface="Montserrat"/>
                <a:ea typeface="Montserrat"/>
                <a:cs typeface="Montserrat"/>
                <a:sym typeface="Montserrat"/>
              </a:defRPr>
            </a:lvl2pPr>
            <a:lvl3pPr lvl="2" rtl="0" algn="ctr">
              <a:spcBef>
                <a:spcPts val="0"/>
              </a:spcBef>
              <a:spcAft>
                <a:spcPts val="0"/>
              </a:spcAft>
              <a:buSzPts val="28000"/>
              <a:buFont typeface="Montserrat"/>
              <a:buNone/>
              <a:defRPr sz="28000">
                <a:latin typeface="Montserrat"/>
                <a:ea typeface="Montserrat"/>
                <a:cs typeface="Montserrat"/>
                <a:sym typeface="Montserrat"/>
              </a:defRPr>
            </a:lvl3pPr>
            <a:lvl4pPr lvl="3" rtl="0" algn="ctr">
              <a:spcBef>
                <a:spcPts val="0"/>
              </a:spcBef>
              <a:spcAft>
                <a:spcPts val="0"/>
              </a:spcAft>
              <a:buSzPts val="28000"/>
              <a:buFont typeface="Montserrat"/>
              <a:buNone/>
              <a:defRPr sz="28000">
                <a:latin typeface="Montserrat"/>
                <a:ea typeface="Montserrat"/>
                <a:cs typeface="Montserrat"/>
                <a:sym typeface="Montserrat"/>
              </a:defRPr>
            </a:lvl4pPr>
            <a:lvl5pPr lvl="4" rtl="0" algn="ctr">
              <a:spcBef>
                <a:spcPts val="0"/>
              </a:spcBef>
              <a:spcAft>
                <a:spcPts val="0"/>
              </a:spcAft>
              <a:buSzPts val="28000"/>
              <a:buFont typeface="Montserrat"/>
              <a:buNone/>
              <a:defRPr sz="28000">
                <a:latin typeface="Montserrat"/>
                <a:ea typeface="Montserrat"/>
                <a:cs typeface="Montserrat"/>
                <a:sym typeface="Montserrat"/>
              </a:defRPr>
            </a:lvl5pPr>
            <a:lvl6pPr lvl="5" rtl="0" algn="ctr">
              <a:spcBef>
                <a:spcPts val="0"/>
              </a:spcBef>
              <a:spcAft>
                <a:spcPts val="0"/>
              </a:spcAft>
              <a:buSzPts val="28000"/>
              <a:buFont typeface="Montserrat"/>
              <a:buNone/>
              <a:defRPr sz="28000">
                <a:latin typeface="Montserrat"/>
                <a:ea typeface="Montserrat"/>
                <a:cs typeface="Montserrat"/>
                <a:sym typeface="Montserrat"/>
              </a:defRPr>
            </a:lvl6pPr>
            <a:lvl7pPr lvl="6" rtl="0" algn="ctr">
              <a:spcBef>
                <a:spcPts val="0"/>
              </a:spcBef>
              <a:spcAft>
                <a:spcPts val="0"/>
              </a:spcAft>
              <a:buSzPts val="28000"/>
              <a:buFont typeface="Montserrat"/>
              <a:buNone/>
              <a:defRPr sz="28000">
                <a:latin typeface="Montserrat"/>
                <a:ea typeface="Montserrat"/>
                <a:cs typeface="Montserrat"/>
                <a:sym typeface="Montserrat"/>
              </a:defRPr>
            </a:lvl7pPr>
            <a:lvl8pPr lvl="7" rtl="0" algn="ctr">
              <a:spcBef>
                <a:spcPts val="0"/>
              </a:spcBef>
              <a:spcAft>
                <a:spcPts val="0"/>
              </a:spcAft>
              <a:buSzPts val="28000"/>
              <a:buFont typeface="Montserrat"/>
              <a:buNone/>
              <a:defRPr sz="28000">
                <a:latin typeface="Montserrat"/>
                <a:ea typeface="Montserrat"/>
                <a:cs typeface="Montserrat"/>
                <a:sym typeface="Montserrat"/>
              </a:defRPr>
            </a:lvl8pPr>
            <a:lvl9pPr lvl="8" rtl="0" algn="ctr">
              <a:spcBef>
                <a:spcPts val="0"/>
              </a:spcBef>
              <a:spcAft>
                <a:spcPts val="0"/>
              </a:spcAft>
              <a:buSzPts val="28000"/>
              <a:buFont typeface="Montserrat"/>
              <a:buNone/>
              <a:defRPr sz="28000">
                <a:latin typeface="Montserrat"/>
                <a:ea typeface="Montserrat"/>
                <a:cs typeface="Montserrat"/>
                <a:sym typeface="Montserrat"/>
              </a:defRPr>
            </a:lvl9pPr>
          </a:lstStyle>
          <a:p>
            <a:r>
              <a:t>xx%</a:t>
            </a:r>
          </a:p>
        </p:txBody>
      </p:sp>
      <p:sp>
        <p:nvSpPr>
          <p:cNvPr id="125" name="Google Shape;125;g13aad04fd39_6_43"/>
          <p:cNvSpPr txBox="1"/>
          <p:nvPr>
            <p:ph idx="1" type="body"/>
          </p:nvPr>
        </p:nvSpPr>
        <p:spPr>
          <a:xfrm>
            <a:off x="623400" y="6456850"/>
            <a:ext cx="17041200" cy="2601600"/>
          </a:xfrm>
          <a:prstGeom prst="rect">
            <a:avLst/>
          </a:prstGeom>
        </p:spPr>
        <p:txBody>
          <a:bodyPr anchorCtr="0" anchor="t" bIns="182850" lIns="182850" spcFirstLastPara="1" rIns="182850" wrap="square" tIns="182850">
            <a:normAutofit/>
          </a:bodyPr>
          <a:lstStyle>
            <a:lvl1pPr indent="-457200" lvl="0" marL="457200" rtl="0" algn="ctr">
              <a:spcBef>
                <a:spcPts val="0"/>
              </a:spcBef>
              <a:spcAft>
                <a:spcPts val="0"/>
              </a:spcAft>
              <a:buSzPts val="3600"/>
              <a:buChar char="●"/>
              <a:defRPr>
                <a:highlight>
                  <a:schemeClr val="dk1"/>
                </a:highlight>
              </a:defRPr>
            </a:lvl1pPr>
            <a:lvl2pPr indent="-406400" lvl="1" marL="914400" rtl="0" algn="ctr">
              <a:spcBef>
                <a:spcPts val="0"/>
              </a:spcBef>
              <a:spcAft>
                <a:spcPts val="0"/>
              </a:spcAft>
              <a:buSzPts val="2800"/>
              <a:buChar char="○"/>
              <a:defRPr>
                <a:highlight>
                  <a:schemeClr val="dk1"/>
                </a:highlight>
              </a:defRPr>
            </a:lvl2pPr>
            <a:lvl3pPr indent="-406400" lvl="2" marL="1371600" rtl="0" algn="ctr">
              <a:spcBef>
                <a:spcPts val="0"/>
              </a:spcBef>
              <a:spcAft>
                <a:spcPts val="0"/>
              </a:spcAft>
              <a:buSzPts val="2800"/>
              <a:buChar char="■"/>
              <a:defRPr>
                <a:highlight>
                  <a:schemeClr val="dk1"/>
                </a:highlight>
              </a:defRPr>
            </a:lvl3pPr>
            <a:lvl4pPr indent="-406400" lvl="3" marL="1828800" rtl="0" algn="ctr">
              <a:spcBef>
                <a:spcPts val="0"/>
              </a:spcBef>
              <a:spcAft>
                <a:spcPts val="0"/>
              </a:spcAft>
              <a:buSzPts val="2800"/>
              <a:buChar char="●"/>
              <a:defRPr>
                <a:highlight>
                  <a:schemeClr val="dk1"/>
                </a:highlight>
              </a:defRPr>
            </a:lvl4pPr>
            <a:lvl5pPr indent="-406400" lvl="4" marL="2286000" rtl="0" algn="ctr">
              <a:spcBef>
                <a:spcPts val="0"/>
              </a:spcBef>
              <a:spcAft>
                <a:spcPts val="0"/>
              </a:spcAft>
              <a:buSzPts val="2800"/>
              <a:buChar char="○"/>
              <a:defRPr>
                <a:highlight>
                  <a:schemeClr val="dk1"/>
                </a:highlight>
              </a:defRPr>
            </a:lvl5pPr>
            <a:lvl6pPr indent="-406400" lvl="5" marL="2743200" rtl="0" algn="ctr">
              <a:spcBef>
                <a:spcPts val="0"/>
              </a:spcBef>
              <a:spcAft>
                <a:spcPts val="0"/>
              </a:spcAft>
              <a:buSzPts val="2800"/>
              <a:buChar char="■"/>
              <a:defRPr>
                <a:highlight>
                  <a:schemeClr val="dk1"/>
                </a:highlight>
              </a:defRPr>
            </a:lvl6pPr>
            <a:lvl7pPr indent="-406400" lvl="6" marL="3200400" rtl="0" algn="ctr">
              <a:spcBef>
                <a:spcPts val="0"/>
              </a:spcBef>
              <a:spcAft>
                <a:spcPts val="0"/>
              </a:spcAft>
              <a:buSzPts val="2800"/>
              <a:buChar char="●"/>
              <a:defRPr>
                <a:highlight>
                  <a:schemeClr val="dk1"/>
                </a:highlight>
              </a:defRPr>
            </a:lvl7pPr>
            <a:lvl8pPr indent="-406400" lvl="7" marL="3657600" rtl="0" algn="ctr">
              <a:spcBef>
                <a:spcPts val="0"/>
              </a:spcBef>
              <a:spcAft>
                <a:spcPts val="0"/>
              </a:spcAft>
              <a:buSzPts val="2800"/>
              <a:buChar char="○"/>
              <a:defRPr>
                <a:highlight>
                  <a:schemeClr val="dk1"/>
                </a:highlight>
              </a:defRPr>
            </a:lvl8pPr>
            <a:lvl9pPr indent="-406400" lvl="8" marL="4114800" rtl="0" algn="ctr">
              <a:spcBef>
                <a:spcPts val="0"/>
              </a:spcBef>
              <a:spcAft>
                <a:spcPts val="0"/>
              </a:spcAft>
              <a:buSzPts val="2800"/>
              <a:buChar char="■"/>
              <a:defRPr>
                <a:highlight>
                  <a:schemeClr val="dk1"/>
                </a:highlight>
              </a:defRPr>
            </a:lvl9pPr>
          </a:lstStyle>
          <a:p/>
        </p:txBody>
      </p:sp>
      <p:sp>
        <p:nvSpPr>
          <p:cNvPr id="126" name="Google Shape;126;g13aad04fd39_6_43"/>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g13aad04fd39_6_47"/>
          <p:cNvSpPr txBox="1"/>
          <p:nvPr>
            <p:ph idx="12" type="sldNum"/>
          </p:nvPr>
        </p:nvSpPr>
        <p:spPr>
          <a:xfrm>
            <a:off x="16995998" y="9377518"/>
            <a:ext cx="1097400" cy="787200"/>
          </a:xfrm>
          <a:prstGeom prst="rect">
            <a:avLst/>
          </a:prstGeom>
        </p:spPr>
        <p:txBody>
          <a:bodyPr anchorCtr="0" anchor="ctr" bIns="182850" lIns="182850" spcFirstLastPara="1" rIns="182850" wrap="square" tIns="1828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
    <p:spTree>
      <p:nvGrpSpPr>
        <p:cNvPr id="129" name="Shape 129"/>
        <p:cNvGrpSpPr/>
        <p:nvPr/>
      </p:nvGrpSpPr>
      <p:grpSpPr>
        <a:xfrm>
          <a:off x="0" y="0"/>
          <a:ext cx="0" cy="0"/>
          <a:chOff x="0" y="0"/>
          <a:chExt cx="0" cy="0"/>
        </a:xfrm>
      </p:grpSpPr>
      <p:sp>
        <p:nvSpPr>
          <p:cNvPr id="130" name="Google Shape;130;g13aad04fd39_6_49"/>
          <p:cNvSpPr txBox="1"/>
          <p:nvPr>
            <p:ph type="title"/>
          </p:nvPr>
        </p:nvSpPr>
        <p:spPr>
          <a:xfrm>
            <a:off x="2961553" y="3596550"/>
            <a:ext cx="3246000" cy="771600"/>
          </a:xfrm>
          <a:prstGeom prst="rect">
            <a:avLst/>
          </a:prstGeom>
        </p:spPr>
        <p:txBody>
          <a:bodyPr anchorCtr="0" anchor="ctr" bIns="182850" lIns="182850" spcFirstLastPara="1" rIns="182850" wrap="square" tIns="182850">
            <a:normAutofit/>
          </a:bodyPr>
          <a:lstStyle>
            <a:lvl1pPr lvl="0" rtl="0">
              <a:spcBef>
                <a:spcPts val="0"/>
              </a:spcBef>
              <a:spcAft>
                <a:spcPts val="0"/>
              </a:spcAft>
              <a:buSzPts val="5000"/>
              <a:buNone/>
              <a:defRPr b="1" sz="4800">
                <a:latin typeface="Lato"/>
                <a:ea typeface="Lato"/>
                <a:cs typeface="Lato"/>
                <a:sym typeface="Lato"/>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131" name="Google Shape;131;g13aad04fd39_6_49"/>
          <p:cNvSpPr txBox="1"/>
          <p:nvPr>
            <p:ph idx="1" type="subTitle"/>
          </p:nvPr>
        </p:nvSpPr>
        <p:spPr>
          <a:xfrm>
            <a:off x="2961553" y="4485800"/>
            <a:ext cx="3246000" cy="969600"/>
          </a:xfrm>
          <a:prstGeom prst="rect">
            <a:avLst/>
          </a:prstGeom>
        </p:spPr>
        <p:txBody>
          <a:bodyPr anchorCtr="0" anchor="ctr" bIns="182850" lIns="182850" spcFirstLastPara="1" rIns="182850" wrap="square" tIns="182850">
            <a:normAutofit/>
          </a:bodyPr>
          <a:lstStyle>
            <a:lvl1pPr lvl="0" rtl="0">
              <a:lnSpc>
                <a:spcPct val="100000"/>
              </a:lnSpc>
              <a:spcBef>
                <a:spcPts val="0"/>
              </a:spcBef>
              <a:spcAft>
                <a:spcPts val="0"/>
              </a:spcAft>
              <a:buSzPts val="2800"/>
              <a:buNone/>
              <a:defRPr sz="3200"/>
            </a:lvl1pPr>
            <a:lvl2pPr lvl="1" rtl="0" algn="ctr">
              <a:lnSpc>
                <a:spcPct val="100000"/>
              </a:lnSpc>
              <a:spcBef>
                <a:spcPts val="0"/>
              </a:spcBef>
              <a:spcAft>
                <a:spcPts val="0"/>
              </a:spcAft>
              <a:buSzPts val="2800"/>
              <a:buNone/>
              <a:defRPr/>
            </a:lvl2pPr>
            <a:lvl3pPr lvl="2" rtl="0" algn="ctr">
              <a:lnSpc>
                <a:spcPct val="100000"/>
              </a:lnSpc>
              <a:spcBef>
                <a:spcPts val="0"/>
              </a:spcBef>
              <a:spcAft>
                <a:spcPts val="0"/>
              </a:spcAft>
              <a:buSzPts val="2800"/>
              <a:buNone/>
              <a:defRPr/>
            </a:lvl3pPr>
            <a:lvl4pPr lvl="3" rtl="0" algn="ctr">
              <a:lnSpc>
                <a:spcPct val="100000"/>
              </a:lnSpc>
              <a:spcBef>
                <a:spcPts val="0"/>
              </a:spcBef>
              <a:spcAft>
                <a:spcPts val="0"/>
              </a:spcAft>
              <a:buSzPts val="2800"/>
              <a:buNone/>
              <a:defRPr/>
            </a:lvl4pPr>
            <a:lvl5pPr lvl="4" rtl="0" algn="ctr">
              <a:lnSpc>
                <a:spcPct val="100000"/>
              </a:lnSpc>
              <a:spcBef>
                <a:spcPts val="0"/>
              </a:spcBef>
              <a:spcAft>
                <a:spcPts val="0"/>
              </a:spcAft>
              <a:buSzPts val="2800"/>
              <a:buNone/>
              <a:defRPr/>
            </a:lvl5pPr>
            <a:lvl6pPr lvl="5" rtl="0" algn="ctr">
              <a:lnSpc>
                <a:spcPct val="100000"/>
              </a:lnSpc>
              <a:spcBef>
                <a:spcPts val="0"/>
              </a:spcBef>
              <a:spcAft>
                <a:spcPts val="0"/>
              </a:spcAft>
              <a:buSzPts val="2800"/>
              <a:buNone/>
              <a:defRPr/>
            </a:lvl6pPr>
            <a:lvl7pPr lvl="6" rtl="0" algn="ctr">
              <a:lnSpc>
                <a:spcPct val="100000"/>
              </a:lnSpc>
              <a:spcBef>
                <a:spcPts val="0"/>
              </a:spcBef>
              <a:spcAft>
                <a:spcPts val="0"/>
              </a:spcAft>
              <a:buSzPts val="2800"/>
              <a:buNone/>
              <a:defRPr/>
            </a:lvl7pPr>
            <a:lvl8pPr lvl="7" rtl="0" algn="ctr">
              <a:lnSpc>
                <a:spcPct val="100000"/>
              </a:lnSpc>
              <a:spcBef>
                <a:spcPts val="0"/>
              </a:spcBef>
              <a:spcAft>
                <a:spcPts val="0"/>
              </a:spcAft>
              <a:buSzPts val="2800"/>
              <a:buNone/>
              <a:defRPr/>
            </a:lvl8pPr>
            <a:lvl9pPr lvl="8" rtl="0" algn="ctr">
              <a:lnSpc>
                <a:spcPct val="100000"/>
              </a:lnSpc>
              <a:spcBef>
                <a:spcPts val="0"/>
              </a:spcBef>
              <a:spcAft>
                <a:spcPts val="0"/>
              </a:spcAft>
              <a:buSzPts val="2800"/>
              <a:buNone/>
              <a:defRPr/>
            </a:lvl9pPr>
          </a:lstStyle>
          <a:p/>
        </p:txBody>
      </p:sp>
      <p:sp>
        <p:nvSpPr>
          <p:cNvPr id="132" name="Google Shape;132;g13aad04fd39_6_49"/>
          <p:cNvSpPr txBox="1"/>
          <p:nvPr>
            <p:ph idx="2" type="title"/>
          </p:nvPr>
        </p:nvSpPr>
        <p:spPr>
          <a:xfrm>
            <a:off x="8214925" y="3596550"/>
            <a:ext cx="3246000" cy="771600"/>
          </a:xfrm>
          <a:prstGeom prst="rect">
            <a:avLst/>
          </a:prstGeom>
        </p:spPr>
        <p:txBody>
          <a:bodyPr anchorCtr="0" anchor="ctr" bIns="182850" lIns="182850" spcFirstLastPara="1" rIns="182850" wrap="square" tIns="182850">
            <a:normAutofit/>
          </a:bodyPr>
          <a:lstStyle>
            <a:lvl1pPr lvl="0" rtl="0">
              <a:spcBef>
                <a:spcPts val="0"/>
              </a:spcBef>
              <a:spcAft>
                <a:spcPts val="0"/>
              </a:spcAft>
              <a:buSzPts val="5000"/>
              <a:buNone/>
              <a:defRPr b="1" sz="4800">
                <a:latin typeface="Lato"/>
                <a:ea typeface="Lato"/>
                <a:cs typeface="Lato"/>
                <a:sym typeface="Lato"/>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133" name="Google Shape;133;g13aad04fd39_6_49"/>
          <p:cNvSpPr txBox="1"/>
          <p:nvPr>
            <p:ph idx="3" type="subTitle"/>
          </p:nvPr>
        </p:nvSpPr>
        <p:spPr>
          <a:xfrm>
            <a:off x="8214925" y="4485800"/>
            <a:ext cx="3246000" cy="969600"/>
          </a:xfrm>
          <a:prstGeom prst="rect">
            <a:avLst/>
          </a:prstGeom>
        </p:spPr>
        <p:txBody>
          <a:bodyPr anchorCtr="0" anchor="ctr" bIns="182850" lIns="182850" spcFirstLastPara="1" rIns="182850" wrap="square" tIns="182850">
            <a:normAutofit/>
          </a:bodyPr>
          <a:lstStyle>
            <a:lvl1pPr lvl="0" rtl="0">
              <a:lnSpc>
                <a:spcPct val="100000"/>
              </a:lnSpc>
              <a:spcBef>
                <a:spcPts val="0"/>
              </a:spcBef>
              <a:spcAft>
                <a:spcPts val="0"/>
              </a:spcAft>
              <a:buSzPts val="2800"/>
              <a:buNone/>
              <a:defRPr sz="3200"/>
            </a:lvl1pPr>
            <a:lvl2pPr lvl="1" rtl="0" algn="ctr">
              <a:lnSpc>
                <a:spcPct val="100000"/>
              </a:lnSpc>
              <a:spcBef>
                <a:spcPts val="0"/>
              </a:spcBef>
              <a:spcAft>
                <a:spcPts val="0"/>
              </a:spcAft>
              <a:buSzPts val="2800"/>
              <a:buNone/>
              <a:defRPr/>
            </a:lvl2pPr>
            <a:lvl3pPr lvl="2" rtl="0" algn="ctr">
              <a:lnSpc>
                <a:spcPct val="100000"/>
              </a:lnSpc>
              <a:spcBef>
                <a:spcPts val="0"/>
              </a:spcBef>
              <a:spcAft>
                <a:spcPts val="0"/>
              </a:spcAft>
              <a:buSzPts val="2800"/>
              <a:buNone/>
              <a:defRPr/>
            </a:lvl3pPr>
            <a:lvl4pPr lvl="3" rtl="0" algn="ctr">
              <a:lnSpc>
                <a:spcPct val="100000"/>
              </a:lnSpc>
              <a:spcBef>
                <a:spcPts val="0"/>
              </a:spcBef>
              <a:spcAft>
                <a:spcPts val="0"/>
              </a:spcAft>
              <a:buSzPts val="2800"/>
              <a:buNone/>
              <a:defRPr/>
            </a:lvl4pPr>
            <a:lvl5pPr lvl="4" rtl="0" algn="ctr">
              <a:lnSpc>
                <a:spcPct val="100000"/>
              </a:lnSpc>
              <a:spcBef>
                <a:spcPts val="0"/>
              </a:spcBef>
              <a:spcAft>
                <a:spcPts val="0"/>
              </a:spcAft>
              <a:buSzPts val="2800"/>
              <a:buNone/>
              <a:defRPr/>
            </a:lvl5pPr>
            <a:lvl6pPr lvl="5" rtl="0" algn="ctr">
              <a:lnSpc>
                <a:spcPct val="100000"/>
              </a:lnSpc>
              <a:spcBef>
                <a:spcPts val="0"/>
              </a:spcBef>
              <a:spcAft>
                <a:spcPts val="0"/>
              </a:spcAft>
              <a:buSzPts val="2800"/>
              <a:buNone/>
              <a:defRPr/>
            </a:lvl6pPr>
            <a:lvl7pPr lvl="6" rtl="0" algn="ctr">
              <a:lnSpc>
                <a:spcPct val="100000"/>
              </a:lnSpc>
              <a:spcBef>
                <a:spcPts val="0"/>
              </a:spcBef>
              <a:spcAft>
                <a:spcPts val="0"/>
              </a:spcAft>
              <a:buSzPts val="2800"/>
              <a:buNone/>
              <a:defRPr/>
            </a:lvl7pPr>
            <a:lvl8pPr lvl="7" rtl="0" algn="ctr">
              <a:lnSpc>
                <a:spcPct val="100000"/>
              </a:lnSpc>
              <a:spcBef>
                <a:spcPts val="0"/>
              </a:spcBef>
              <a:spcAft>
                <a:spcPts val="0"/>
              </a:spcAft>
              <a:buSzPts val="2800"/>
              <a:buNone/>
              <a:defRPr/>
            </a:lvl8pPr>
            <a:lvl9pPr lvl="8" rtl="0" algn="ctr">
              <a:lnSpc>
                <a:spcPct val="100000"/>
              </a:lnSpc>
              <a:spcBef>
                <a:spcPts val="0"/>
              </a:spcBef>
              <a:spcAft>
                <a:spcPts val="0"/>
              </a:spcAft>
              <a:buSzPts val="2800"/>
              <a:buNone/>
              <a:defRPr/>
            </a:lvl9pPr>
          </a:lstStyle>
          <a:p/>
        </p:txBody>
      </p:sp>
      <p:sp>
        <p:nvSpPr>
          <p:cNvPr id="134" name="Google Shape;134;g13aad04fd39_6_49"/>
          <p:cNvSpPr txBox="1"/>
          <p:nvPr>
            <p:ph idx="4" type="title"/>
          </p:nvPr>
        </p:nvSpPr>
        <p:spPr>
          <a:xfrm>
            <a:off x="2961553" y="7073000"/>
            <a:ext cx="3246000" cy="771600"/>
          </a:xfrm>
          <a:prstGeom prst="rect">
            <a:avLst/>
          </a:prstGeom>
        </p:spPr>
        <p:txBody>
          <a:bodyPr anchorCtr="0" anchor="ctr" bIns="182850" lIns="182850" spcFirstLastPara="1" rIns="182850" wrap="square" tIns="182850">
            <a:normAutofit/>
          </a:bodyPr>
          <a:lstStyle>
            <a:lvl1pPr lvl="0" rtl="0">
              <a:spcBef>
                <a:spcPts val="0"/>
              </a:spcBef>
              <a:spcAft>
                <a:spcPts val="0"/>
              </a:spcAft>
              <a:buSzPts val="5000"/>
              <a:buNone/>
              <a:defRPr b="1" sz="4800">
                <a:latin typeface="Lato"/>
                <a:ea typeface="Lato"/>
                <a:cs typeface="Lato"/>
                <a:sym typeface="Lato"/>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135" name="Google Shape;135;g13aad04fd39_6_49"/>
          <p:cNvSpPr txBox="1"/>
          <p:nvPr>
            <p:ph idx="5" type="subTitle"/>
          </p:nvPr>
        </p:nvSpPr>
        <p:spPr>
          <a:xfrm>
            <a:off x="2961553" y="7962200"/>
            <a:ext cx="3246000" cy="969600"/>
          </a:xfrm>
          <a:prstGeom prst="rect">
            <a:avLst/>
          </a:prstGeom>
        </p:spPr>
        <p:txBody>
          <a:bodyPr anchorCtr="0" anchor="ctr" bIns="182850" lIns="182850" spcFirstLastPara="1" rIns="182850" wrap="square" tIns="182850">
            <a:normAutofit/>
          </a:bodyPr>
          <a:lstStyle>
            <a:lvl1pPr lvl="0" rtl="0">
              <a:lnSpc>
                <a:spcPct val="100000"/>
              </a:lnSpc>
              <a:spcBef>
                <a:spcPts val="0"/>
              </a:spcBef>
              <a:spcAft>
                <a:spcPts val="0"/>
              </a:spcAft>
              <a:buSzPts val="2800"/>
              <a:buNone/>
              <a:defRPr sz="3200"/>
            </a:lvl1pPr>
            <a:lvl2pPr lvl="1" rtl="0" algn="ctr">
              <a:lnSpc>
                <a:spcPct val="100000"/>
              </a:lnSpc>
              <a:spcBef>
                <a:spcPts val="0"/>
              </a:spcBef>
              <a:spcAft>
                <a:spcPts val="0"/>
              </a:spcAft>
              <a:buSzPts val="2800"/>
              <a:buNone/>
              <a:defRPr/>
            </a:lvl2pPr>
            <a:lvl3pPr lvl="2" rtl="0" algn="ctr">
              <a:lnSpc>
                <a:spcPct val="100000"/>
              </a:lnSpc>
              <a:spcBef>
                <a:spcPts val="0"/>
              </a:spcBef>
              <a:spcAft>
                <a:spcPts val="0"/>
              </a:spcAft>
              <a:buSzPts val="2800"/>
              <a:buNone/>
              <a:defRPr/>
            </a:lvl3pPr>
            <a:lvl4pPr lvl="3" rtl="0" algn="ctr">
              <a:lnSpc>
                <a:spcPct val="100000"/>
              </a:lnSpc>
              <a:spcBef>
                <a:spcPts val="0"/>
              </a:spcBef>
              <a:spcAft>
                <a:spcPts val="0"/>
              </a:spcAft>
              <a:buSzPts val="2800"/>
              <a:buNone/>
              <a:defRPr/>
            </a:lvl4pPr>
            <a:lvl5pPr lvl="4" rtl="0" algn="ctr">
              <a:lnSpc>
                <a:spcPct val="100000"/>
              </a:lnSpc>
              <a:spcBef>
                <a:spcPts val="0"/>
              </a:spcBef>
              <a:spcAft>
                <a:spcPts val="0"/>
              </a:spcAft>
              <a:buSzPts val="2800"/>
              <a:buNone/>
              <a:defRPr/>
            </a:lvl5pPr>
            <a:lvl6pPr lvl="5" rtl="0" algn="ctr">
              <a:lnSpc>
                <a:spcPct val="100000"/>
              </a:lnSpc>
              <a:spcBef>
                <a:spcPts val="0"/>
              </a:spcBef>
              <a:spcAft>
                <a:spcPts val="0"/>
              </a:spcAft>
              <a:buSzPts val="2800"/>
              <a:buNone/>
              <a:defRPr/>
            </a:lvl6pPr>
            <a:lvl7pPr lvl="6" rtl="0" algn="ctr">
              <a:lnSpc>
                <a:spcPct val="100000"/>
              </a:lnSpc>
              <a:spcBef>
                <a:spcPts val="0"/>
              </a:spcBef>
              <a:spcAft>
                <a:spcPts val="0"/>
              </a:spcAft>
              <a:buSzPts val="2800"/>
              <a:buNone/>
              <a:defRPr/>
            </a:lvl7pPr>
            <a:lvl8pPr lvl="7" rtl="0" algn="ctr">
              <a:lnSpc>
                <a:spcPct val="100000"/>
              </a:lnSpc>
              <a:spcBef>
                <a:spcPts val="0"/>
              </a:spcBef>
              <a:spcAft>
                <a:spcPts val="0"/>
              </a:spcAft>
              <a:buSzPts val="2800"/>
              <a:buNone/>
              <a:defRPr/>
            </a:lvl8pPr>
            <a:lvl9pPr lvl="8" rtl="0" algn="ctr">
              <a:lnSpc>
                <a:spcPct val="100000"/>
              </a:lnSpc>
              <a:spcBef>
                <a:spcPts val="0"/>
              </a:spcBef>
              <a:spcAft>
                <a:spcPts val="0"/>
              </a:spcAft>
              <a:buSzPts val="2800"/>
              <a:buNone/>
              <a:defRPr/>
            </a:lvl9pPr>
          </a:lstStyle>
          <a:p/>
        </p:txBody>
      </p:sp>
      <p:sp>
        <p:nvSpPr>
          <p:cNvPr id="136" name="Google Shape;136;g13aad04fd39_6_49"/>
          <p:cNvSpPr txBox="1"/>
          <p:nvPr>
            <p:ph idx="6" type="title"/>
          </p:nvPr>
        </p:nvSpPr>
        <p:spPr>
          <a:xfrm>
            <a:off x="8214925" y="7073000"/>
            <a:ext cx="3246000" cy="771600"/>
          </a:xfrm>
          <a:prstGeom prst="rect">
            <a:avLst/>
          </a:prstGeom>
        </p:spPr>
        <p:txBody>
          <a:bodyPr anchorCtr="0" anchor="ctr" bIns="182850" lIns="182850" spcFirstLastPara="1" rIns="182850" wrap="square" tIns="182850">
            <a:normAutofit/>
          </a:bodyPr>
          <a:lstStyle>
            <a:lvl1pPr lvl="0" rtl="0">
              <a:spcBef>
                <a:spcPts val="0"/>
              </a:spcBef>
              <a:spcAft>
                <a:spcPts val="0"/>
              </a:spcAft>
              <a:buSzPts val="5000"/>
              <a:buNone/>
              <a:defRPr b="1" sz="4800">
                <a:latin typeface="Lato"/>
                <a:ea typeface="Lato"/>
                <a:cs typeface="Lato"/>
                <a:sym typeface="Lato"/>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137" name="Google Shape;137;g13aad04fd39_6_49"/>
          <p:cNvSpPr txBox="1"/>
          <p:nvPr>
            <p:ph idx="7" type="subTitle"/>
          </p:nvPr>
        </p:nvSpPr>
        <p:spPr>
          <a:xfrm>
            <a:off x="8214925" y="7962200"/>
            <a:ext cx="3246000" cy="969600"/>
          </a:xfrm>
          <a:prstGeom prst="rect">
            <a:avLst/>
          </a:prstGeom>
        </p:spPr>
        <p:txBody>
          <a:bodyPr anchorCtr="0" anchor="ctr" bIns="182850" lIns="182850" spcFirstLastPara="1" rIns="182850" wrap="square" tIns="182850">
            <a:normAutofit/>
          </a:bodyPr>
          <a:lstStyle>
            <a:lvl1pPr lvl="0" rtl="0">
              <a:lnSpc>
                <a:spcPct val="100000"/>
              </a:lnSpc>
              <a:spcBef>
                <a:spcPts val="0"/>
              </a:spcBef>
              <a:spcAft>
                <a:spcPts val="0"/>
              </a:spcAft>
              <a:buSzPts val="2800"/>
              <a:buNone/>
              <a:defRPr sz="3200"/>
            </a:lvl1pPr>
            <a:lvl2pPr lvl="1" rtl="0" algn="ctr">
              <a:lnSpc>
                <a:spcPct val="100000"/>
              </a:lnSpc>
              <a:spcBef>
                <a:spcPts val="0"/>
              </a:spcBef>
              <a:spcAft>
                <a:spcPts val="0"/>
              </a:spcAft>
              <a:buSzPts val="2800"/>
              <a:buNone/>
              <a:defRPr/>
            </a:lvl2pPr>
            <a:lvl3pPr lvl="2" rtl="0" algn="ctr">
              <a:lnSpc>
                <a:spcPct val="100000"/>
              </a:lnSpc>
              <a:spcBef>
                <a:spcPts val="0"/>
              </a:spcBef>
              <a:spcAft>
                <a:spcPts val="0"/>
              </a:spcAft>
              <a:buSzPts val="2800"/>
              <a:buNone/>
              <a:defRPr/>
            </a:lvl3pPr>
            <a:lvl4pPr lvl="3" rtl="0" algn="ctr">
              <a:lnSpc>
                <a:spcPct val="100000"/>
              </a:lnSpc>
              <a:spcBef>
                <a:spcPts val="0"/>
              </a:spcBef>
              <a:spcAft>
                <a:spcPts val="0"/>
              </a:spcAft>
              <a:buSzPts val="2800"/>
              <a:buNone/>
              <a:defRPr/>
            </a:lvl4pPr>
            <a:lvl5pPr lvl="4" rtl="0" algn="ctr">
              <a:lnSpc>
                <a:spcPct val="100000"/>
              </a:lnSpc>
              <a:spcBef>
                <a:spcPts val="0"/>
              </a:spcBef>
              <a:spcAft>
                <a:spcPts val="0"/>
              </a:spcAft>
              <a:buSzPts val="2800"/>
              <a:buNone/>
              <a:defRPr/>
            </a:lvl5pPr>
            <a:lvl6pPr lvl="5" rtl="0" algn="ctr">
              <a:lnSpc>
                <a:spcPct val="100000"/>
              </a:lnSpc>
              <a:spcBef>
                <a:spcPts val="0"/>
              </a:spcBef>
              <a:spcAft>
                <a:spcPts val="0"/>
              </a:spcAft>
              <a:buSzPts val="2800"/>
              <a:buNone/>
              <a:defRPr/>
            </a:lvl6pPr>
            <a:lvl7pPr lvl="6" rtl="0" algn="ctr">
              <a:lnSpc>
                <a:spcPct val="100000"/>
              </a:lnSpc>
              <a:spcBef>
                <a:spcPts val="0"/>
              </a:spcBef>
              <a:spcAft>
                <a:spcPts val="0"/>
              </a:spcAft>
              <a:buSzPts val="2800"/>
              <a:buNone/>
              <a:defRPr/>
            </a:lvl7pPr>
            <a:lvl8pPr lvl="7" rtl="0" algn="ctr">
              <a:lnSpc>
                <a:spcPct val="100000"/>
              </a:lnSpc>
              <a:spcBef>
                <a:spcPts val="0"/>
              </a:spcBef>
              <a:spcAft>
                <a:spcPts val="0"/>
              </a:spcAft>
              <a:buSzPts val="2800"/>
              <a:buNone/>
              <a:defRPr/>
            </a:lvl8pPr>
            <a:lvl9pPr lvl="8" rtl="0" algn="ctr">
              <a:lnSpc>
                <a:spcPct val="100000"/>
              </a:lnSpc>
              <a:spcBef>
                <a:spcPts val="0"/>
              </a:spcBef>
              <a:spcAft>
                <a:spcPts val="0"/>
              </a:spcAft>
              <a:buSzPts val="2800"/>
              <a:buNone/>
              <a:defRPr/>
            </a:lvl9pPr>
          </a:lstStyle>
          <a:p/>
        </p:txBody>
      </p:sp>
      <p:sp>
        <p:nvSpPr>
          <p:cNvPr id="138" name="Google Shape;138;g13aad04fd39_6_49"/>
          <p:cNvSpPr txBox="1"/>
          <p:nvPr>
            <p:ph idx="8" type="title"/>
          </p:nvPr>
        </p:nvSpPr>
        <p:spPr>
          <a:xfrm>
            <a:off x="13602003" y="3596550"/>
            <a:ext cx="3246000" cy="771600"/>
          </a:xfrm>
          <a:prstGeom prst="rect">
            <a:avLst/>
          </a:prstGeom>
        </p:spPr>
        <p:txBody>
          <a:bodyPr anchorCtr="0" anchor="ctr" bIns="182850" lIns="182850" spcFirstLastPara="1" rIns="182850" wrap="square" tIns="182850">
            <a:normAutofit/>
          </a:bodyPr>
          <a:lstStyle>
            <a:lvl1pPr lvl="0" rtl="0">
              <a:spcBef>
                <a:spcPts val="0"/>
              </a:spcBef>
              <a:spcAft>
                <a:spcPts val="0"/>
              </a:spcAft>
              <a:buSzPts val="5000"/>
              <a:buNone/>
              <a:defRPr b="1" sz="4800">
                <a:latin typeface="Lato"/>
                <a:ea typeface="Lato"/>
                <a:cs typeface="Lato"/>
                <a:sym typeface="Lato"/>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139" name="Google Shape;139;g13aad04fd39_6_49"/>
          <p:cNvSpPr txBox="1"/>
          <p:nvPr>
            <p:ph idx="9" type="subTitle"/>
          </p:nvPr>
        </p:nvSpPr>
        <p:spPr>
          <a:xfrm>
            <a:off x="13602003" y="4485800"/>
            <a:ext cx="3246000" cy="969600"/>
          </a:xfrm>
          <a:prstGeom prst="rect">
            <a:avLst/>
          </a:prstGeom>
        </p:spPr>
        <p:txBody>
          <a:bodyPr anchorCtr="0" anchor="ctr" bIns="182850" lIns="182850" spcFirstLastPara="1" rIns="182850" wrap="square" tIns="182850">
            <a:normAutofit/>
          </a:bodyPr>
          <a:lstStyle>
            <a:lvl1pPr lvl="0" rtl="0">
              <a:lnSpc>
                <a:spcPct val="100000"/>
              </a:lnSpc>
              <a:spcBef>
                <a:spcPts val="0"/>
              </a:spcBef>
              <a:spcAft>
                <a:spcPts val="0"/>
              </a:spcAft>
              <a:buSzPts val="2800"/>
              <a:buNone/>
              <a:defRPr sz="3200"/>
            </a:lvl1pPr>
            <a:lvl2pPr lvl="1" rtl="0" algn="ctr">
              <a:lnSpc>
                <a:spcPct val="100000"/>
              </a:lnSpc>
              <a:spcBef>
                <a:spcPts val="0"/>
              </a:spcBef>
              <a:spcAft>
                <a:spcPts val="0"/>
              </a:spcAft>
              <a:buSzPts val="2800"/>
              <a:buNone/>
              <a:defRPr/>
            </a:lvl2pPr>
            <a:lvl3pPr lvl="2" rtl="0" algn="ctr">
              <a:lnSpc>
                <a:spcPct val="100000"/>
              </a:lnSpc>
              <a:spcBef>
                <a:spcPts val="0"/>
              </a:spcBef>
              <a:spcAft>
                <a:spcPts val="0"/>
              </a:spcAft>
              <a:buSzPts val="2800"/>
              <a:buNone/>
              <a:defRPr/>
            </a:lvl3pPr>
            <a:lvl4pPr lvl="3" rtl="0" algn="ctr">
              <a:lnSpc>
                <a:spcPct val="100000"/>
              </a:lnSpc>
              <a:spcBef>
                <a:spcPts val="0"/>
              </a:spcBef>
              <a:spcAft>
                <a:spcPts val="0"/>
              </a:spcAft>
              <a:buSzPts val="2800"/>
              <a:buNone/>
              <a:defRPr/>
            </a:lvl4pPr>
            <a:lvl5pPr lvl="4" rtl="0" algn="ctr">
              <a:lnSpc>
                <a:spcPct val="100000"/>
              </a:lnSpc>
              <a:spcBef>
                <a:spcPts val="0"/>
              </a:spcBef>
              <a:spcAft>
                <a:spcPts val="0"/>
              </a:spcAft>
              <a:buSzPts val="2800"/>
              <a:buNone/>
              <a:defRPr/>
            </a:lvl5pPr>
            <a:lvl6pPr lvl="5" rtl="0" algn="ctr">
              <a:lnSpc>
                <a:spcPct val="100000"/>
              </a:lnSpc>
              <a:spcBef>
                <a:spcPts val="0"/>
              </a:spcBef>
              <a:spcAft>
                <a:spcPts val="0"/>
              </a:spcAft>
              <a:buSzPts val="2800"/>
              <a:buNone/>
              <a:defRPr/>
            </a:lvl6pPr>
            <a:lvl7pPr lvl="6" rtl="0" algn="ctr">
              <a:lnSpc>
                <a:spcPct val="100000"/>
              </a:lnSpc>
              <a:spcBef>
                <a:spcPts val="0"/>
              </a:spcBef>
              <a:spcAft>
                <a:spcPts val="0"/>
              </a:spcAft>
              <a:buSzPts val="2800"/>
              <a:buNone/>
              <a:defRPr/>
            </a:lvl7pPr>
            <a:lvl8pPr lvl="7" rtl="0" algn="ctr">
              <a:lnSpc>
                <a:spcPct val="100000"/>
              </a:lnSpc>
              <a:spcBef>
                <a:spcPts val="0"/>
              </a:spcBef>
              <a:spcAft>
                <a:spcPts val="0"/>
              </a:spcAft>
              <a:buSzPts val="2800"/>
              <a:buNone/>
              <a:defRPr/>
            </a:lvl8pPr>
            <a:lvl9pPr lvl="8" rtl="0" algn="ctr">
              <a:lnSpc>
                <a:spcPct val="100000"/>
              </a:lnSpc>
              <a:spcBef>
                <a:spcPts val="0"/>
              </a:spcBef>
              <a:spcAft>
                <a:spcPts val="0"/>
              </a:spcAft>
              <a:buSzPts val="2800"/>
              <a:buNone/>
              <a:defRPr/>
            </a:lvl9pPr>
          </a:lstStyle>
          <a:p/>
        </p:txBody>
      </p:sp>
      <p:sp>
        <p:nvSpPr>
          <p:cNvPr id="140" name="Google Shape;140;g13aad04fd39_6_49"/>
          <p:cNvSpPr txBox="1"/>
          <p:nvPr>
            <p:ph idx="13" type="title"/>
          </p:nvPr>
        </p:nvSpPr>
        <p:spPr>
          <a:xfrm>
            <a:off x="13602003" y="7073000"/>
            <a:ext cx="3246000" cy="771600"/>
          </a:xfrm>
          <a:prstGeom prst="rect">
            <a:avLst/>
          </a:prstGeom>
        </p:spPr>
        <p:txBody>
          <a:bodyPr anchorCtr="0" anchor="ctr" bIns="182850" lIns="182850" spcFirstLastPara="1" rIns="182850" wrap="square" tIns="182850">
            <a:normAutofit/>
          </a:bodyPr>
          <a:lstStyle>
            <a:lvl1pPr lvl="0" rtl="0">
              <a:spcBef>
                <a:spcPts val="0"/>
              </a:spcBef>
              <a:spcAft>
                <a:spcPts val="0"/>
              </a:spcAft>
              <a:buSzPts val="5000"/>
              <a:buNone/>
              <a:defRPr b="1" sz="4800">
                <a:latin typeface="Lato"/>
                <a:ea typeface="Lato"/>
                <a:cs typeface="Lato"/>
                <a:sym typeface="Lato"/>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141" name="Google Shape;141;g13aad04fd39_6_49"/>
          <p:cNvSpPr txBox="1"/>
          <p:nvPr>
            <p:ph idx="14" type="subTitle"/>
          </p:nvPr>
        </p:nvSpPr>
        <p:spPr>
          <a:xfrm>
            <a:off x="13602003" y="7962200"/>
            <a:ext cx="3246000" cy="969600"/>
          </a:xfrm>
          <a:prstGeom prst="rect">
            <a:avLst/>
          </a:prstGeom>
        </p:spPr>
        <p:txBody>
          <a:bodyPr anchorCtr="0" anchor="ctr" bIns="182850" lIns="182850" spcFirstLastPara="1" rIns="182850" wrap="square" tIns="182850">
            <a:normAutofit/>
          </a:bodyPr>
          <a:lstStyle>
            <a:lvl1pPr lvl="0" rtl="0">
              <a:lnSpc>
                <a:spcPct val="100000"/>
              </a:lnSpc>
              <a:spcBef>
                <a:spcPts val="0"/>
              </a:spcBef>
              <a:spcAft>
                <a:spcPts val="0"/>
              </a:spcAft>
              <a:buSzPts val="2800"/>
              <a:buNone/>
              <a:defRPr sz="3200"/>
            </a:lvl1pPr>
            <a:lvl2pPr lvl="1" rtl="0" algn="ctr">
              <a:lnSpc>
                <a:spcPct val="100000"/>
              </a:lnSpc>
              <a:spcBef>
                <a:spcPts val="0"/>
              </a:spcBef>
              <a:spcAft>
                <a:spcPts val="0"/>
              </a:spcAft>
              <a:buSzPts val="2800"/>
              <a:buNone/>
              <a:defRPr/>
            </a:lvl2pPr>
            <a:lvl3pPr lvl="2" rtl="0" algn="ctr">
              <a:lnSpc>
                <a:spcPct val="100000"/>
              </a:lnSpc>
              <a:spcBef>
                <a:spcPts val="0"/>
              </a:spcBef>
              <a:spcAft>
                <a:spcPts val="0"/>
              </a:spcAft>
              <a:buSzPts val="2800"/>
              <a:buNone/>
              <a:defRPr/>
            </a:lvl3pPr>
            <a:lvl4pPr lvl="3" rtl="0" algn="ctr">
              <a:lnSpc>
                <a:spcPct val="100000"/>
              </a:lnSpc>
              <a:spcBef>
                <a:spcPts val="0"/>
              </a:spcBef>
              <a:spcAft>
                <a:spcPts val="0"/>
              </a:spcAft>
              <a:buSzPts val="2800"/>
              <a:buNone/>
              <a:defRPr/>
            </a:lvl4pPr>
            <a:lvl5pPr lvl="4" rtl="0" algn="ctr">
              <a:lnSpc>
                <a:spcPct val="100000"/>
              </a:lnSpc>
              <a:spcBef>
                <a:spcPts val="0"/>
              </a:spcBef>
              <a:spcAft>
                <a:spcPts val="0"/>
              </a:spcAft>
              <a:buSzPts val="2800"/>
              <a:buNone/>
              <a:defRPr/>
            </a:lvl5pPr>
            <a:lvl6pPr lvl="5" rtl="0" algn="ctr">
              <a:lnSpc>
                <a:spcPct val="100000"/>
              </a:lnSpc>
              <a:spcBef>
                <a:spcPts val="0"/>
              </a:spcBef>
              <a:spcAft>
                <a:spcPts val="0"/>
              </a:spcAft>
              <a:buSzPts val="2800"/>
              <a:buNone/>
              <a:defRPr/>
            </a:lvl6pPr>
            <a:lvl7pPr lvl="6" rtl="0" algn="ctr">
              <a:lnSpc>
                <a:spcPct val="100000"/>
              </a:lnSpc>
              <a:spcBef>
                <a:spcPts val="0"/>
              </a:spcBef>
              <a:spcAft>
                <a:spcPts val="0"/>
              </a:spcAft>
              <a:buSzPts val="2800"/>
              <a:buNone/>
              <a:defRPr/>
            </a:lvl7pPr>
            <a:lvl8pPr lvl="7" rtl="0" algn="ctr">
              <a:lnSpc>
                <a:spcPct val="100000"/>
              </a:lnSpc>
              <a:spcBef>
                <a:spcPts val="0"/>
              </a:spcBef>
              <a:spcAft>
                <a:spcPts val="0"/>
              </a:spcAft>
              <a:buSzPts val="2800"/>
              <a:buNone/>
              <a:defRPr/>
            </a:lvl8pPr>
            <a:lvl9pPr lvl="8" rtl="0" algn="ctr">
              <a:lnSpc>
                <a:spcPct val="100000"/>
              </a:lnSpc>
              <a:spcBef>
                <a:spcPts val="0"/>
              </a:spcBef>
              <a:spcAft>
                <a:spcPts val="0"/>
              </a:spcAft>
              <a:buSzPts val="2800"/>
              <a:buNone/>
              <a:defRPr/>
            </a:lvl9pPr>
          </a:lstStyle>
          <a:p/>
        </p:txBody>
      </p:sp>
      <p:sp>
        <p:nvSpPr>
          <p:cNvPr id="142" name="Google Shape;142;g13aad04fd39_6_49"/>
          <p:cNvSpPr txBox="1"/>
          <p:nvPr>
            <p:ph idx="15" type="title"/>
          </p:nvPr>
        </p:nvSpPr>
        <p:spPr>
          <a:xfrm>
            <a:off x="1440000" y="1065850"/>
            <a:ext cx="15408000" cy="969600"/>
          </a:xfrm>
          <a:prstGeom prst="rect">
            <a:avLst/>
          </a:prstGeom>
        </p:spPr>
        <p:txBody>
          <a:bodyPr anchorCtr="0" anchor="ctr" bIns="182850" lIns="182850" spcFirstLastPara="1" rIns="182850" wrap="square" tIns="182850">
            <a:normAutofit/>
          </a:bodyPr>
          <a:lstStyle>
            <a:lvl1pPr lvl="0" rtl="0">
              <a:spcBef>
                <a:spcPts val="0"/>
              </a:spcBef>
              <a:spcAft>
                <a:spcPts val="0"/>
              </a:spcAft>
              <a:buSzPts val="6000"/>
              <a:buNone/>
              <a:defRPr/>
            </a:lvl1pPr>
            <a:lvl2pPr lvl="1" rtl="0">
              <a:spcBef>
                <a:spcPts val="0"/>
              </a:spcBef>
              <a:spcAft>
                <a:spcPts val="0"/>
              </a:spcAft>
              <a:buSzPts val="6000"/>
              <a:buNone/>
              <a:defRPr/>
            </a:lvl2pPr>
            <a:lvl3pPr lvl="2" rtl="0">
              <a:spcBef>
                <a:spcPts val="0"/>
              </a:spcBef>
              <a:spcAft>
                <a:spcPts val="0"/>
              </a:spcAft>
              <a:buSzPts val="6000"/>
              <a:buNone/>
              <a:defRPr/>
            </a:lvl3pPr>
            <a:lvl4pPr lvl="3" rtl="0">
              <a:spcBef>
                <a:spcPts val="0"/>
              </a:spcBef>
              <a:spcAft>
                <a:spcPts val="0"/>
              </a:spcAft>
              <a:buSzPts val="6000"/>
              <a:buNone/>
              <a:defRPr/>
            </a:lvl4pPr>
            <a:lvl5pPr lvl="4" rtl="0">
              <a:spcBef>
                <a:spcPts val="0"/>
              </a:spcBef>
              <a:spcAft>
                <a:spcPts val="0"/>
              </a:spcAft>
              <a:buSzPts val="6000"/>
              <a:buNone/>
              <a:defRPr/>
            </a:lvl5pPr>
            <a:lvl6pPr lvl="5" rtl="0">
              <a:spcBef>
                <a:spcPts val="0"/>
              </a:spcBef>
              <a:spcAft>
                <a:spcPts val="0"/>
              </a:spcAft>
              <a:buSzPts val="6000"/>
              <a:buNone/>
              <a:defRPr/>
            </a:lvl6pPr>
            <a:lvl7pPr lvl="6" rtl="0">
              <a:spcBef>
                <a:spcPts val="0"/>
              </a:spcBef>
              <a:spcAft>
                <a:spcPts val="0"/>
              </a:spcAft>
              <a:buSzPts val="6000"/>
              <a:buNone/>
              <a:defRPr/>
            </a:lvl7pPr>
            <a:lvl8pPr lvl="7" rtl="0">
              <a:spcBef>
                <a:spcPts val="0"/>
              </a:spcBef>
              <a:spcAft>
                <a:spcPts val="0"/>
              </a:spcAft>
              <a:buSzPts val="6000"/>
              <a:buNone/>
              <a:defRPr/>
            </a:lvl8pPr>
            <a:lvl9pPr lvl="8" rtl="0">
              <a:spcBef>
                <a:spcPts val="0"/>
              </a:spcBef>
              <a:spcAft>
                <a:spcPts val="0"/>
              </a:spcAft>
              <a:buSzPts val="6000"/>
              <a:buNone/>
              <a:defRPr/>
            </a:lvl9pPr>
          </a:lstStyle>
          <a:p/>
        </p:txBody>
      </p:sp>
      <p:grpSp>
        <p:nvGrpSpPr>
          <p:cNvPr id="143" name="Google Shape;143;g13aad04fd39_6_49"/>
          <p:cNvGrpSpPr/>
          <p:nvPr/>
        </p:nvGrpSpPr>
        <p:grpSpPr>
          <a:xfrm>
            <a:off x="17595050" y="2595650"/>
            <a:ext cx="2275750" cy="2355400"/>
            <a:chOff x="4950300" y="3037000"/>
            <a:chExt cx="1137875" cy="1177700"/>
          </a:xfrm>
        </p:grpSpPr>
        <p:cxnSp>
          <p:nvCxnSpPr>
            <p:cNvPr id="144" name="Google Shape;144;g13aad04fd39_6_49"/>
            <p:cNvCxnSpPr/>
            <p:nvPr/>
          </p:nvCxnSpPr>
          <p:spPr>
            <a:xfrm>
              <a:off x="5152425" y="3037000"/>
              <a:ext cx="0" cy="1160400"/>
            </a:xfrm>
            <a:prstGeom prst="straightConnector1">
              <a:avLst/>
            </a:prstGeom>
            <a:noFill/>
            <a:ln cap="flat" cmpd="sng" w="9525">
              <a:solidFill>
                <a:schemeClr val="accent2"/>
              </a:solidFill>
              <a:prstDash val="solid"/>
              <a:round/>
              <a:headEnd len="med" w="med" type="none"/>
              <a:tailEnd len="med" w="med" type="none"/>
            </a:ln>
          </p:spPr>
        </p:cxnSp>
        <p:cxnSp>
          <p:nvCxnSpPr>
            <p:cNvPr id="145" name="Google Shape;145;g13aad04fd39_6_49"/>
            <p:cNvCxnSpPr/>
            <p:nvPr/>
          </p:nvCxnSpPr>
          <p:spPr>
            <a:xfrm>
              <a:off x="5394300" y="3054300"/>
              <a:ext cx="0" cy="1160400"/>
            </a:xfrm>
            <a:prstGeom prst="straightConnector1">
              <a:avLst/>
            </a:prstGeom>
            <a:noFill/>
            <a:ln cap="flat" cmpd="sng" w="9525">
              <a:solidFill>
                <a:schemeClr val="accent2"/>
              </a:solidFill>
              <a:prstDash val="solid"/>
              <a:round/>
              <a:headEnd len="med" w="med" type="none"/>
              <a:tailEnd len="med" w="med" type="none"/>
            </a:ln>
          </p:spPr>
        </p:cxnSp>
        <p:cxnSp>
          <p:nvCxnSpPr>
            <p:cNvPr id="146" name="Google Shape;146;g13aad04fd39_6_49"/>
            <p:cNvCxnSpPr/>
            <p:nvPr/>
          </p:nvCxnSpPr>
          <p:spPr>
            <a:xfrm>
              <a:off x="5637175" y="3037000"/>
              <a:ext cx="0" cy="1160400"/>
            </a:xfrm>
            <a:prstGeom prst="straightConnector1">
              <a:avLst/>
            </a:prstGeom>
            <a:noFill/>
            <a:ln cap="flat" cmpd="sng" w="9525">
              <a:solidFill>
                <a:schemeClr val="accent2"/>
              </a:solidFill>
              <a:prstDash val="solid"/>
              <a:round/>
              <a:headEnd len="med" w="med" type="none"/>
              <a:tailEnd len="med" w="med" type="none"/>
            </a:ln>
          </p:spPr>
        </p:cxnSp>
        <p:cxnSp>
          <p:nvCxnSpPr>
            <p:cNvPr id="147" name="Google Shape;147;g13aad04fd39_6_49"/>
            <p:cNvCxnSpPr/>
            <p:nvPr/>
          </p:nvCxnSpPr>
          <p:spPr>
            <a:xfrm>
              <a:off x="5879975" y="3041988"/>
              <a:ext cx="0" cy="1160400"/>
            </a:xfrm>
            <a:prstGeom prst="straightConnector1">
              <a:avLst/>
            </a:prstGeom>
            <a:noFill/>
            <a:ln cap="flat" cmpd="sng" w="9525">
              <a:solidFill>
                <a:schemeClr val="accent2"/>
              </a:solidFill>
              <a:prstDash val="solid"/>
              <a:round/>
              <a:headEnd len="med" w="med" type="none"/>
              <a:tailEnd len="med" w="med" type="none"/>
            </a:ln>
          </p:spPr>
        </p:cxnSp>
        <p:cxnSp>
          <p:nvCxnSpPr>
            <p:cNvPr id="148" name="Google Shape;148;g13aad04fd39_6_49"/>
            <p:cNvCxnSpPr/>
            <p:nvPr/>
          </p:nvCxnSpPr>
          <p:spPr>
            <a:xfrm>
              <a:off x="4957175" y="3249000"/>
              <a:ext cx="1126800" cy="0"/>
            </a:xfrm>
            <a:prstGeom prst="straightConnector1">
              <a:avLst/>
            </a:prstGeom>
            <a:noFill/>
            <a:ln cap="flat" cmpd="sng" w="9525">
              <a:solidFill>
                <a:schemeClr val="accent2"/>
              </a:solidFill>
              <a:prstDash val="solid"/>
              <a:round/>
              <a:headEnd len="med" w="med" type="none"/>
              <a:tailEnd len="med" w="med" type="none"/>
            </a:ln>
          </p:spPr>
        </p:cxnSp>
        <p:cxnSp>
          <p:nvCxnSpPr>
            <p:cNvPr id="149" name="Google Shape;149;g13aad04fd39_6_49"/>
            <p:cNvCxnSpPr/>
            <p:nvPr/>
          </p:nvCxnSpPr>
          <p:spPr>
            <a:xfrm>
              <a:off x="4950300" y="3486375"/>
              <a:ext cx="1126800" cy="0"/>
            </a:xfrm>
            <a:prstGeom prst="straightConnector1">
              <a:avLst/>
            </a:prstGeom>
            <a:noFill/>
            <a:ln cap="flat" cmpd="sng" w="9525">
              <a:solidFill>
                <a:schemeClr val="accent2"/>
              </a:solidFill>
              <a:prstDash val="solid"/>
              <a:round/>
              <a:headEnd len="med" w="med" type="none"/>
              <a:tailEnd len="med" w="med" type="none"/>
            </a:ln>
          </p:spPr>
        </p:cxnSp>
        <p:cxnSp>
          <p:nvCxnSpPr>
            <p:cNvPr id="150" name="Google Shape;150;g13aad04fd39_6_49"/>
            <p:cNvCxnSpPr/>
            <p:nvPr/>
          </p:nvCxnSpPr>
          <p:spPr>
            <a:xfrm>
              <a:off x="4950300" y="3729188"/>
              <a:ext cx="1126800" cy="0"/>
            </a:xfrm>
            <a:prstGeom prst="straightConnector1">
              <a:avLst/>
            </a:prstGeom>
            <a:noFill/>
            <a:ln cap="flat" cmpd="sng" w="9525">
              <a:solidFill>
                <a:schemeClr val="accent2"/>
              </a:solidFill>
              <a:prstDash val="solid"/>
              <a:round/>
              <a:headEnd len="med" w="med" type="none"/>
              <a:tailEnd len="med" w="med" type="none"/>
            </a:ln>
          </p:spPr>
        </p:cxnSp>
        <p:cxnSp>
          <p:nvCxnSpPr>
            <p:cNvPr id="151" name="Google Shape;151;g13aad04fd39_6_49"/>
            <p:cNvCxnSpPr/>
            <p:nvPr/>
          </p:nvCxnSpPr>
          <p:spPr>
            <a:xfrm>
              <a:off x="4961375" y="3972025"/>
              <a:ext cx="1126800" cy="0"/>
            </a:xfrm>
            <a:prstGeom prst="straightConnector1">
              <a:avLst/>
            </a:prstGeom>
            <a:noFill/>
            <a:ln cap="flat" cmpd="sng" w="9525">
              <a:solidFill>
                <a:schemeClr val="accent2"/>
              </a:solidFill>
              <a:prstDash val="solid"/>
              <a:round/>
              <a:headEnd len="med" w="med" type="none"/>
              <a:tailEnd len="med" w="med" type="none"/>
            </a:ln>
          </p:spPr>
        </p:cxnSp>
      </p:grpSp>
      <p:grpSp>
        <p:nvGrpSpPr>
          <p:cNvPr id="152" name="Google Shape;152;g13aad04fd39_6_49"/>
          <p:cNvGrpSpPr/>
          <p:nvPr/>
        </p:nvGrpSpPr>
        <p:grpSpPr>
          <a:xfrm rot="5400000">
            <a:off x="-1433804" y="7182312"/>
            <a:ext cx="3341802" cy="872656"/>
            <a:chOff x="1829525" y="759900"/>
            <a:chExt cx="682725" cy="178275"/>
          </a:xfrm>
        </p:grpSpPr>
        <p:sp>
          <p:nvSpPr>
            <p:cNvPr id="153" name="Google Shape;153;g13aad04fd39_6_49"/>
            <p:cNvSpPr/>
            <p:nvPr/>
          </p:nvSpPr>
          <p:spPr>
            <a:xfrm>
              <a:off x="1829525" y="759900"/>
              <a:ext cx="19250" cy="18525"/>
            </a:xfrm>
            <a:custGeom>
              <a:rect b="b" l="l" r="r" t="t"/>
              <a:pathLst>
                <a:path extrusionOk="0" h="741" w="770">
                  <a:moveTo>
                    <a:pt x="400" y="0"/>
                  </a:moveTo>
                  <a:cubicBezTo>
                    <a:pt x="250" y="0"/>
                    <a:pt x="115" y="90"/>
                    <a:pt x="57" y="229"/>
                  </a:cubicBezTo>
                  <a:cubicBezTo>
                    <a:pt x="1" y="367"/>
                    <a:pt x="32" y="526"/>
                    <a:pt x="137" y="632"/>
                  </a:cubicBezTo>
                  <a:cubicBezTo>
                    <a:pt x="208" y="703"/>
                    <a:pt x="303" y="740"/>
                    <a:pt x="400" y="740"/>
                  </a:cubicBezTo>
                  <a:cubicBezTo>
                    <a:pt x="447" y="740"/>
                    <a:pt x="495" y="731"/>
                    <a:pt x="541" y="712"/>
                  </a:cubicBezTo>
                  <a:cubicBezTo>
                    <a:pt x="679" y="655"/>
                    <a:pt x="769" y="519"/>
                    <a:pt x="769" y="370"/>
                  </a:cubicBezTo>
                  <a:cubicBezTo>
                    <a:pt x="769" y="166"/>
                    <a:pt x="603" y="0"/>
                    <a:pt x="400"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4" name="Google Shape;154;g13aad04fd39_6_49"/>
            <p:cNvSpPr/>
            <p:nvPr/>
          </p:nvSpPr>
          <p:spPr>
            <a:xfrm>
              <a:off x="1940100" y="759900"/>
              <a:ext cx="19250" cy="18525"/>
            </a:xfrm>
            <a:custGeom>
              <a:rect b="b" l="l" r="r" t="t"/>
              <a:pathLst>
                <a:path extrusionOk="0" h="741" w="770">
                  <a:moveTo>
                    <a:pt x="400" y="0"/>
                  </a:moveTo>
                  <a:cubicBezTo>
                    <a:pt x="250" y="0"/>
                    <a:pt x="115" y="90"/>
                    <a:pt x="57" y="229"/>
                  </a:cubicBezTo>
                  <a:cubicBezTo>
                    <a:pt x="1" y="367"/>
                    <a:pt x="32" y="526"/>
                    <a:pt x="137" y="632"/>
                  </a:cubicBezTo>
                  <a:cubicBezTo>
                    <a:pt x="208" y="703"/>
                    <a:pt x="303" y="740"/>
                    <a:pt x="400" y="740"/>
                  </a:cubicBezTo>
                  <a:cubicBezTo>
                    <a:pt x="447" y="740"/>
                    <a:pt x="495" y="731"/>
                    <a:pt x="541" y="712"/>
                  </a:cubicBezTo>
                  <a:cubicBezTo>
                    <a:pt x="679" y="655"/>
                    <a:pt x="769" y="519"/>
                    <a:pt x="769" y="370"/>
                  </a:cubicBezTo>
                  <a:cubicBezTo>
                    <a:pt x="769" y="166"/>
                    <a:pt x="603" y="0"/>
                    <a:pt x="400"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5" name="Google Shape;155;g13aad04fd39_6_49"/>
            <p:cNvSpPr/>
            <p:nvPr/>
          </p:nvSpPr>
          <p:spPr>
            <a:xfrm>
              <a:off x="2050675" y="759900"/>
              <a:ext cx="19250" cy="18525"/>
            </a:xfrm>
            <a:custGeom>
              <a:rect b="b" l="l" r="r" t="t"/>
              <a:pathLst>
                <a:path extrusionOk="0" h="741" w="770">
                  <a:moveTo>
                    <a:pt x="399" y="0"/>
                  </a:moveTo>
                  <a:cubicBezTo>
                    <a:pt x="250" y="0"/>
                    <a:pt x="115" y="90"/>
                    <a:pt x="57" y="229"/>
                  </a:cubicBezTo>
                  <a:cubicBezTo>
                    <a:pt x="1" y="367"/>
                    <a:pt x="32" y="526"/>
                    <a:pt x="138" y="632"/>
                  </a:cubicBezTo>
                  <a:cubicBezTo>
                    <a:pt x="209" y="703"/>
                    <a:pt x="304" y="740"/>
                    <a:pt x="400" y="740"/>
                  </a:cubicBezTo>
                  <a:cubicBezTo>
                    <a:pt x="448" y="740"/>
                    <a:pt x="496" y="731"/>
                    <a:pt x="541" y="712"/>
                  </a:cubicBezTo>
                  <a:cubicBezTo>
                    <a:pt x="679" y="655"/>
                    <a:pt x="769" y="519"/>
                    <a:pt x="769" y="370"/>
                  </a:cubicBezTo>
                  <a:cubicBezTo>
                    <a:pt x="769" y="166"/>
                    <a:pt x="604" y="0"/>
                    <a:pt x="399"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6" name="Google Shape;156;g13aad04fd39_6_49"/>
            <p:cNvSpPr/>
            <p:nvPr/>
          </p:nvSpPr>
          <p:spPr>
            <a:xfrm>
              <a:off x="2161250" y="759900"/>
              <a:ext cx="19250" cy="18525"/>
            </a:xfrm>
            <a:custGeom>
              <a:rect b="b" l="l" r="r" t="t"/>
              <a:pathLst>
                <a:path extrusionOk="0" h="741" w="770">
                  <a:moveTo>
                    <a:pt x="399" y="0"/>
                  </a:moveTo>
                  <a:cubicBezTo>
                    <a:pt x="250" y="0"/>
                    <a:pt x="115" y="90"/>
                    <a:pt x="58" y="229"/>
                  </a:cubicBezTo>
                  <a:cubicBezTo>
                    <a:pt x="0" y="367"/>
                    <a:pt x="32" y="526"/>
                    <a:pt x="138" y="632"/>
                  </a:cubicBezTo>
                  <a:cubicBezTo>
                    <a:pt x="209" y="703"/>
                    <a:pt x="303" y="740"/>
                    <a:pt x="400" y="740"/>
                  </a:cubicBezTo>
                  <a:cubicBezTo>
                    <a:pt x="448" y="740"/>
                    <a:pt x="496" y="731"/>
                    <a:pt x="541" y="712"/>
                  </a:cubicBezTo>
                  <a:cubicBezTo>
                    <a:pt x="679" y="655"/>
                    <a:pt x="769" y="519"/>
                    <a:pt x="769" y="370"/>
                  </a:cubicBezTo>
                  <a:cubicBezTo>
                    <a:pt x="769" y="166"/>
                    <a:pt x="604" y="0"/>
                    <a:pt x="399"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7" name="Google Shape;157;g13aad04fd39_6_49"/>
            <p:cNvSpPr/>
            <p:nvPr/>
          </p:nvSpPr>
          <p:spPr>
            <a:xfrm>
              <a:off x="2271825" y="759900"/>
              <a:ext cx="19250" cy="18525"/>
            </a:xfrm>
            <a:custGeom>
              <a:rect b="b" l="l" r="r" t="t"/>
              <a:pathLst>
                <a:path extrusionOk="0" h="741" w="770">
                  <a:moveTo>
                    <a:pt x="399" y="0"/>
                  </a:moveTo>
                  <a:cubicBezTo>
                    <a:pt x="250" y="0"/>
                    <a:pt x="115" y="90"/>
                    <a:pt x="58" y="229"/>
                  </a:cubicBezTo>
                  <a:cubicBezTo>
                    <a:pt x="0" y="367"/>
                    <a:pt x="32" y="526"/>
                    <a:pt x="138" y="632"/>
                  </a:cubicBezTo>
                  <a:cubicBezTo>
                    <a:pt x="209" y="703"/>
                    <a:pt x="304" y="740"/>
                    <a:pt x="400" y="740"/>
                  </a:cubicBezTo>
                  <a:cubicBezTo>
                    <a:pt x="448" y="740"/>
                    <a:pt x="496" y="731"/>
                    <a:pt x="541" y="712"/>
                  </a:cubicBezTo>
                  <a:cubicBezTo>
                    <a:pt x="679" y="655"/>
                    <a:pt x="769" y="519"/>
                    <a:pt x="769" y="370"/>
                  </a:cubicBezTo>
                  <a:cubicBezTo>
                    <a:pt x="769" y="166"/>
                    <a:pt x="604" y="0"/>
                    <a:pt x="399"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8" name="Google Shape;158;g13aad04fd39_6_49"/>
            <p:cNvSpPr/>
            <p:nvPr/>
          </p:nvSpPr>
          <p:spPr>
            <a:xfrm>
              <a:off x="2382400" y="759900"/>
              <a:ext cx="19250" cy="18525"/>
            </a:xfrm>
            <a:custGeom>
              <a:rect b="b" l="l" r="r" t="t"/>
              <a:pathLst>
                <a:path extrusionOk="0" h="741" w="770">
                  <a:moveTo>
                    <a:pt x="399" y="0"/>
                  </a:moveTo>
                  <a:cubicBezTo>
                    <a:pt x="250" y="0"/>
                    <a:pt x="115" y="90"/>
                    <a:pt x="58" y="229"/>
                  </a:cubicBezTo>
                  <a:cubicBezTo>
                    <a:pt x="0" y="367"/>
                    <a:pt x="32" y="526"/>
                    <a:pt x="138" y="632"/>
                  </a:cubicBezTo>
                  <a:cubicBezTo>
                    <a:pt x="209" y="703"/>
                    <a:pt x="304" y="740"/>
                    <a:pt x="400" y="740"/>
                  </a:cubicBezTo>
                  <a:cubicBezTo>
                    <a:pt x="448" y="740"/>
                    <a:pt x="496" y="731"/>
                    <a:pt x="541" y="712"/>
                  </a:cubicBezTo>
                  <a:cubicBezTo>
                    <a:pt x="679" y="655"/>
                    <a:pt x="769" y="519"/>
                    <a:pt x="769" y="370"/>
                  </a:cubicBezTo>
                  <a:cubicBezTo>
                    <a:pt x="769" y="166"/>
                    <a:pt x="604" y="0"/>
                    <a:pt x="399"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9" name="Google Shape;159;g13aad04fd39_6_49"/>
            <p:cNvSpPr/>
            <p:nvPr/>
          </p:nvSpPr>
          <p:spPr>
            <a:xfrm>
              <a:off x="2492975" y="759900"/>
              <a:ext cx="19275" cy="18525"/>
            </a:xfrm>
            <a:custGeom>
              <a:rect b="b" l="l" r="r" t="t"/>
              <a:pathLst>
                <a:path extrusionOk="0" h="741" w="771">
                  <a:moveTo>
                    <a:pt x="399" y="0"/>
                  </a:moveTo>
                  <a:cubicBezTo>
                    <a:pt x="250" y="0"/>
                    <a:pt x="116" y="90"/>
                    <a:pt x="58" y="229"/>
                  </a:cubicBezTo>
                  <a:cubicBezTo>
                    <a:pt x="0" y="367"/>
                    <a:pt x="32" y="526"/>
                    <a:pt x="138" y="632"/>
                  </a:cubicBezTo>
                  <a:cubicBezTo>
                    <a:pt x="209" y="703"/>
                    <a:pt x="304" y="740"/>
                    <a:pt x="400" y="740"/>
                  </a:cubicBezTo>
                  <a:cubicBezTo>
                    <a:pt x="448" y="740"/>
                    <a:pt x="496" y="731"/>
                    <a:pt x="541" y="712"/>
                  </a:cubicBezTo>
                  <a:cubicBezTo>
                    <a:pt x="680" y="655"/>
                    <a:pt x="770" y="519"/>
                    <a:pt x="770" y="370"/>
                  </a:cubicBezTo>
                  <a:cubicBezTo>
                    <a:pt x="769" y="166"/>
                    <a:pt x="604" y="0"/>
                    <a:pt x="399"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0" name="Google Shape;160;g13aad04fd39_6_49"/>
            <p:cNvSpPr/>
            <p:nvPr/>
          </p:nvSpPr>
          <p:spPr>
            <a:xfrm>
              <a:off x="1829525" y="839775"/>
              <a:ext cx="19250" cy="18525"/>
            </a:xfrm>
            <a:custGeom>
              <a:rect b="b" l="l" r="r" t="t"/>
              <a:pathLst>
                <a:path extrusionOk="0" h="741" w="770">
                  <a:moveTo>
                    <a:pt x="400" y="0"/>
                  </a:moveTo>
                  <a:cubicBezTo>
                    <a:pt x="250" y="0"/>
                    <a:pt x="115" y="91"/>
                    <a:pt x="57" y="229"/>
                  </a:cubicBezTo>
                  <a:cubicBezTo>
                    <a:pt x="1" y="367"/>
                    <a:pt x="32" y="526"/>
                    <a:pt x="137" y="632"/>
                  </a:cubicBezTo>
                  <a:cubicBezTo>
                    <a:pt x="208" y="703"/>
                    <a:pt x="303" y="740"/>
                    <a:pt x="400" y="740"/>
                  </a:cubicBezTo>
                  <a:cubicBezTo>
                    <a:pt x="447" y="740"/>
                    <a:pt x="495" y="731"/>
                    <a:pt x="541" y="712"/>
                  </a:cubicBezTo>
                  <a:cubicBezTo>
                    <a:pt x="679" y="655"/>
                    <a:pt x="769" y="520"/>
                    <a:pt x="769" y="370"/>
                  </a:cubicBezTo>
                  <a:cubicBezTo>
                    <a:pt x="769" y="167"/>
                    <a:pt x="603" y="0"/>
                    <a:pt x="400"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1" name="Google Shape;161;g13aad04fd39_6_49"/>
            <p:cNvSpPr/>
            <p:nvPr/>
          </p:nvSpPr>
          <p:spPr>
            <a:xfrm>
              <a:off x="1940100" y="839775"/>
              <a:ext cx="19250" cy="18525"/>
            </a:xfrm>
            <a:custGeom>
              <a:rect b="b" l="l" r="r" t="t"/>
              <a:pathLst>
                <a:path extrusionOk="0" h="741" w="770">
                  <a:moveTo>
                    <a:pt x="400" y="0"/>
                  </a:moveTo>
                  <a:cubicBezTo>
                    <a:pt x="250" y="0"/>
                    <a:pt x="115" y="91"/>
                    <a:pt x="57" y="229"/>
                  </a:cubicBezTo>
                  <a:cubicBezTo>
                    <a:pt x="1" y="367"/>
                    <a:pt x="32" y="526"/>
                    <a:pt x="137" y="632"/>
                  </a:cubicBezTo>
                  <a:cubicBezTo>
                    <a:pt x="208" y="703"/>
                    <a:pt x="303" y="740"/>
                    <a:pt x="400" y="740"/>
                  </a:cubicBezTo>
                  <a:cubicBezTo>
                    <a:pt x="447" y="740"/>
                    <a:pt x="495" y="731"/>
                    <a:pt x="541" y="712"/>
                  </a:cubicBezTo>
                  <a:cubicBezTo>
                    <a:pt x="679" y="655"/>
                    <a:pt x="769" y="520"/>
                    <a:pt x="769" y="370"/>
                  </a:cubicBezTo>
                  <a:cubicBezTo>
                    <a:pt x="769" y="167"/>
                    <a:pt x="603" y="0"/>
                    <a:pt x="400"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2" name="Google Shape;162;g13aad04fd39_6_49"/>
            <p:cNvSpPr/>
            <p:nvPr/>
          </p:nvSpPr>
          <p:spPr>
            <a:xfrm>
              <a:off x="2050675" y="839775"/>
              <a:ext cx="19250" cy="18525"/>
            </a:xfrm>
            <a:custGeom>
              <a:rect b="b" l="l" r="r" t="t"/>
              <a:pathLst>
                <a:path extrusionOk="0" h="741" w="770">
                  <a:moveTo>
                    <a:pt x="399" y="0"/>
                  </a:moveTo>
                  <a:cubicBezTo>
                    <a:pt x="250" y="0"/>
                    <a:pt x="115" y="91"/>
                    <a:pt x="57" y="229"/>
                  </a:cubicBezTo>
                  <a:cubicBezTo>
                    <a:pt x="1" y="367"/>
                    <a:pt x="32" y="526"/>
                    <a:pt x="138" y="632"/>
                  </a:cubicBezTo>
                  <a:cubicBezTo>
                    <a:pt x="209" y="703"/>
                    <a:pt x="304" y="740"/>
                    <a:pt x="400" y="740"/>
                  </a:cubicBezTo>
                  <a:cubicBezTo>
                    <a:pt x="448" y="740"/>
                    <a:pt x="496" y="731"/>
                    <a:pt x="541" y="712"/>
                  </a:cubicBezTo>
                  <a:cubicBezTo>
                    <a:pt x="679" y="655"/>
                    <a:pt x="769" y="520"/>
                    <a:pt x="769" y="370"/>
                  </a:cubicBezTo>
                  <a:cubicBezTo>
                    <a:pt x="769" y="167"/>
                    <a:pt x="604" y="0"/>
                    <a:pt x="399"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3" name="Google Shape;163;g13aad04fd39_6_49"/>
            <p:cNvSpPr/>
            <p:nvPr/>
          </p:nvSpPr>
          <p:spPr>
            <a:xfrm>
              <a:off x="2161250" y="839775"/>
              <a:ext cx="19250" cy="18525"/>
            </a:xfrm>
            <a:custGeom>
              <a:rect b="b" l="l" r="r" t="t"/>
              <a:pathLst>
                <a:path extrusionOk="0" h="741" w="770">
                  <a:moveTo>
                    <a:pt x="399" y="0"/>
                  </a:moveTo>
                  <a:cubicBezTo>
                    <a:pt x="250" y="0"/>
                    <a:pt x="115" y="91"/>
                    <a:pt x="58" y="229"/>
                  </a:cubicBezTo>
                  <a:cubicBezTo>
                    <a:pt x="0" y="367"/>
                    <a:pt x="32" y="526"/>
                    <a:pt x="138" y="632"/>
                  </a:cubicBezTo>
                  <a:cubicBezTo>
                    <a:pt x="209" y="703"/>
                    <a:pt x="303" y="740"/>
                    <a:pt x="400" y="740"/>
                  </a:cubicBezTo>
                  <a:cubicBezTo>
                    <a:pt x="448" y="740"/>
                    <a:pt x="496" y="731"/>
                    <a:pt x="541" y="712"/>
                  </a:cubicBezTo>
                  <a:cubicBezTo>
                    <a:pt x="679" y="655"/>
                    <a:pt x="769" y="520"/>
                    <a:pt x="769" y="370"/>
                  </a:cubicBezTo>
                  <a:cubicBezTo>
                    <a:pt x="769" y="167"/>
                    <a:pt x="604" y="0"/>
                    <a:pt x="399"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4" name="Google Shape;164;g13aad04fd39_6_49"/>
            <p:cNvSpPr/>
            <p:nvPr/>
          </p:nvSpPr>
          <p:spPr>
            <a:xfrm>
              <a:off x="2271825" y="839775"/>
              <a:ext cx="19250" cy="18525"/>
            </a:xfrm>
            <a:custGeom>
              <a:rect b="b" l="l" r="r" t="t"/>
              <a:pathLst>
                <a:path extrusionOk="0" h="741" w="770">
                  <a:moveTo>
                    <a:pt x="399" y="0"/>
                  </a:moveTo>
                  <a:cubicBezTo>
                    <a:pt x="250" y="0"/>
                    <a:pt x="115" y="91"/>
                    <a:pt x="58" y="229"/>
                  </a:cubicBezTo>
                  <a:cubicBezTo>
                    <a:pt x="0" y="367"/>
                    <a:pt x="32" y="526"/>
                    <a:pt x="138" y="632"/>
                  </a:cubicBezTo>
                  <a:cubicBezTo>
                    <a:pt x="209" y="703"/>
                    <a:pt x="304" y="740"/>
                    <a:pt x="400" y="740"/>
                  </a:cubicBezTo>
                  <a:cubicBezTo>
                    <a:pt x="448" y="740"/>
                    <a:pt x="496" y="731"/>
                    <a:pt x="541" y="712"/>
                  </a:cubicBezTo>
                  <a:cubicBezTo>
                    <a:pt x="679" y="655"/>
                    <a:pt x="769" y="520"/>
                    <a:pt x="769" y="370"/>
                  </a:cubicBezTo>
                  <a:cubicBezTo>
                    <a:pt x="769" y="167"/>
                    <a:pt x="604" y="0"/>
                    <a:pt x="399"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5" name="Google Shape;165;g13aad04fd39_6_49"/>
            <p:cNvSpPr/>
            <p:nvPr/>
          </p:nvSpPr>
          <p:spPr>
            <a:xfrm>
              <a:off x="2382400" y="839775"/>
              <a:ext cx="19250" cy="18525"/>
            </a:xfrm>
            <a:custGeom>
              <a:rect b="b" l="l" r="r" t="t"/>
              <a:pathLst>
                <a:path extrusionOk="0" h="741" w="770">
                  <a:moveTo>
                    <a:pt x="399" y="0"/>
                  </a:moveTo>
                  <a:cubicBezTo>
                    <a:pt x="250" y="0"/>
                    <a:pt x="115" y="91"/>
                    <a:pt x="58" y="229"/>
                  </a:cubicBezTo>
                  <a:cubicBezTo>
                    <a:pt x="0" y="367"/>
                    <a:pt x="32" y="526"/>
                    <a:pt x="138" y="632"/>
                  </a:cubicBezTo>
                  <a:cubicBezTo>
                    <a:pt x="209" y="703"/>
                    <a:pt x="304" y="740"/>
                    <a:pt x="400" y="740"/>
                  </a:cubicBezTo>
                  <a:cubicBezTo>
                    <a:pt x="448" y="740"/>
                    <a:pt x="496" y="731"/>
                    <a:pt x="541" y="712"/>
                  </a:cubicBezTo>
                  <a:cubicBezTo>
                    <a:pt x="679" y="655"/>
                    <a:pt x="769" y="520"/>
                    <a:pt x="769" y="370"/>
                  </a:cubicBezTo>
                  <a:cubicBezTo>
                    <a:pt x="769" y="167"/>
                    <a:pt x="604" y="0"/>
                    <a:pt x="399"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6" name="Google Shape;166;g13aad04fd39_6_49"/>
            <p:cNvSpPr/>
            <p:nvPr/>
          </p:nvSpPr>
          <p:spPr>
            <a:xfrm>
              <a:off x="2492975" y="839775"/>
              <a:ext cx="19275" cy="18525"/>
            </a:xfrm>
            <a:custGeom>
              <a:rect b="b" l="l" r="r" t="t"/>
              <a:pathLst>
                <a:path extrusionOk="0" h="741" w="771">
                  <a:moveTo>
                    <a:pt x="399" y="0"/>
                  </a:moveTo>
                  <a:cubicBezTo>
                    <a:pt x="250" y="0"/>
                    <a:pt x="116" y="91"/>
                    <a:pt x="58" y="229"/>
                  </a:cubicBezTo>
                  <a:cubicBezTo>
                    <a:pt x="0" y="367"/>
                    <a:pt x="32" y="526"/>
                    <a:pt x="138" y="632"/>
                  </a:cubicBezTo>
                  <a:cubicBezTo>
                    <a:pt x="209" y="703"/>
                    <a:pt x="304" y="740"/>
                    <a:pt x="400" y="740"/>
                  </a:cubicBezTo>
                  <a:cubicBezTo>
                    <a:pt x="448" y="740"/>
                    <a:pt x="496" y="731"/>
                    <a:pt x="541" y="712"/>
                  </a:cubicBezTo>
                  <a:cubicBezTo>
                    <a:pt x="680" y="655"/>
                    <a:pt x="770" y="520"/>
                    <a:pt x="770" y="370"/>
                  </a:cubicBezTo>
                  <a:cubicBezTo>
                    <a:pt x="769" y="167"/>
                    <a:pt x="604" y="0"/>
                    <a:pt x="399" y="0"/>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7" name="Google Shape;167;g13aad04fd39_6_49"/>
            <p:cNvSpPr/>
            <p:nvPr/>
          </p:nvSpPr>
          <p:spPr>
            <a:xfrm>
              <a:off x="1829525" y="919650"/>
              <a:ext cx="19250" cy="18525"/>
            </a:xfrm>
            <a:custGeom>
              <a:rect b="b" l="l" r="r" t="t"/>
              <a:pathLst>
                <a:path extrusionOk="0" h="741" w="770">
                  <a:moveTo>
                    <a:pt x="400" y="1"/>
                  </a:moveTo>
                  <a:cubicBezTo>
                    <a:pt x="250" y="1"/>
                    <a:pt x="115" y="91"/>
                    <a:pt x="57" y="229"/>
                  </a:cubicBezTo>
                  <a:cubicBezTo>
                    <a:pt x="1" y="368"/>
                    <a:pt x="32" y="527"/>
                    <a:pt x="137" y="633"/>
                  </a:cubicBezTo>
                  <a:cubicBezTo>
                    <a:pt x="208" y="703"/>
                    <a:pt x="303" y="741"/>
                    <a:pt x="399" y="741"/>
                  </a:cubicBezTo>
                  <a:cubicBezTo>
                    <a:pt x="447" y="741"/>
                    <a:pt x="495" y="731"/>
                    <a:pt x="541" y="713"/>
                  </a:cubicBezTo>
                  <a:cubicBezTo>
                    <a:pt x="679" y="655"/>
                    <a:pt x="769" y="521"/>
                    <a:pt x="769" y="370"/>
                  </a:cubicBezTo>
                  <a:cubicBezTo>
                    <a:pt x="769" y="167"/>
                    <a:pt x="603" y="1"/>
                    <a:pt x="400" y="1"/>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8" name="Google Shape;168;g13aad04fd39_6_49"/>
            <p:cNvSpPr/>
            <p:nvPr/>
          </p:nvSpPr>
          <p:spPr>
            <a:xfrm>
              <a:off x="1940100" y="919650"/>
              <a:ext cx="19250" cy="18525"/>
            </a:xfrm>
            <a:custGeom>
              <a:rect b="b" l="l" r="r" t="t"/>
              <a:pathLst>
                <a:path extrusionOk="0" h="741" w="770">
                  <a:moveTo>
                    <a:pt x="400" y="1"/>
                  </a:moveTo>
                  <a:cubicBezTo>
                    <a:pt x="250" y="1"/>
                    <a:pt x="115" y="91"/>
                    <a:pt x="57" y="229"/>
                  </a:cubicBezTo>
                  <a:cubicBezTo>
                    <a:pt x="1" y="368"/>
                    <a:pt x="32" y="527"/>
                    <a:pt x="137" y="633"/>
                  </a:cubicBezTo>
                  <a:cubicBezTo>
                    <a:pt x="208" y="703"/>
                    <a:pt x="303" y="741"/>
                    <a:pt x="399" y="741"/>
                  </a:cubicBezTo>
                  <a:cubicBezTo>
                    <a:pt x="447" y="741"/>
                    <a:pt x="495" y="731"/>
                    <a:pt x="541" y="713"/>
                  </a:cubicBezTo>
                  <a:cubicBezTo>
                    <a:pt x="679" y="655"/>
                    <a:pt x="769" y="521"/>
                    <a:pt x="769" y="370"/>
                  </a:cubicBezTo>
                  <a:cubicBezTo>
                    <a:pt x="769" y="167"/>
                    <a:pt x="603" y="1"/>
                    <a:pt x="400" y="1"/>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9" name="Google Shape;169;g13aad04fd39_6_49"/>
            <p:cNvSpPr/>
            <p:nvPr/>
          </p:nvSpPr>
          <p:spPr>
            <a:xfrm>
              <a:off x="2050675" y="919650"/>
              <a:ext cx="19250" cy="18525"/>
            </a:xfrm>
            <a:custGeom>
              <a:rect b="b" l="l" r="r" t="t"/>
              <a:pathLst>
                <a:path extrusionOk="0" h="741" w="770">
                  <a:moveTo>
                    <a:pt x="399" y="1"/>
                  </a:moveTo>
                  <a:cubicBezTo>
                    <a:pt x="250" y="1"/>
                    <a:pt x="115" y="91"/>
                    <a:pt x="57" y="229"/>
                  </a:cubicBezTo>
                  <a:cubicBezTo>
                    <a:pt x="1" y="368"/>
                    <a:pt x="32" y="527"/>
                    <a:pt x="138" y="633"/>
                  </a:cubicBezTo>
                  <a:cubicBezTo>
                    <a:pt x="209" y="703"/>
                    <a:pt x="303" y="741"/>
                    <a:pt x="399" y="741"/>
                  </a:cubicBezTo>
                  <a:cubicBezTo>
                    <a:pt x="447" y="741"/>
                    <a:pt x="495" y="731"/>
                    <a:pt x="541" y="713"/>
                  </a:cubicBezTo>
                  <a:cubicBezTo>
                    <a:pt x="679" y="655"/>
                    <a:pt x="769" y="521"/>
                    <a:pt x="769" y="370"/>
                  </a:cubicBezTo>
                  <a:cubicBezTo>
                    <a:pt x="769" y="167"/>
                    <a:pt x="604" y="1"/>
                    <a:pt x="399" y="1"/>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70" name="Google Shape;170;g13aad04fd39_6_49"/>
            <p:cNvSpPr/>
            <p:nvPr/>
          </p:nvSpPr>
          <p:spPr>
            <a:xfrm>
              <a:off x="2161250" y="919650"/>
              <a:ext cx="19250" cy="18525"/>
            </a:xfrm>
            <a:custGeom>
              <a:rect b="b" l="l" r="r" t="t"/>
              <a:pathLst>
                <a:path extrusionOk="0" h="741" w="770">
                  <a:moveTo>
                    <a:pt x="399" y="1"/>
                  </a:moveTo>
                  <a:cubicBezTo>
                    <a:pt x="250" y="1"/>
                    <a:pt x="115" y="91"/>
                    <a:pt x="58" y="229"/>
                  </a:cubicBezTo>
                  <a:cubicBezTo>
                    <a:pt x="0" y="368"/>
                    <a:pt x="32" y="527"/>
                    <a:pt x="138" y="633"/>
                  </a:cubicBezTo>
                  <a:cubicBezTo>
                    <a:pt x="209" y="703"/>
                    <a:pt x="303" y="741"/>
                    <a:pt x="399" y="741"/>
                  </a:cubicBezTo>
                  <a:cubicBezTo>
                    <a:pt x="447" y="741"/>
                    <a:pt x="495" y="731"/>
                    <a:pt x="541" y="713"/>
                  </a:cubicBezTo>
                  <a:cubicBezTo>
                    <a:pt x="679" y="655"/>
                    <a:pt x="769" y="521"/>
                    <a:pt x="769" y="370"/>
                  </a:cubicBezTo>
                  <a:cubicBezTo>
                    <a:pt x="769" y="167"/>
                    <a:pt x="604" y="1"/>
                    <a:pt x="399" y="1"/>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71" name="Google Shape;171;g13aad04fd39_6_49"/>
            <p:cNvSpPr/>
            <p:nvPr/>
          </p:nvSpPr>
          <p:spPr>
            <a:xfrm>
              <a:off x="2271825" y="919650"/>
              <a:ext cx="19250" cy="18525"/>
            </a:xfrm>
            <a:custGeom>
              <a:rect b="b" l="l" r="r" t="t"/>
              <a:pathLst>
                <a:path extrusionOk="0" h="741" w="770">
                  <a:moveTo>
                    <a:pt x="399" y="1"/>
                  </a:moveTo>
                  <a:cubicBezTo>
                    <a:pt x="250" y="1"/>
                    <a:pt x="115" y="91"/>
                    <a:pt x="58" y="229"/>
                  </a:cubicBezTo>
                  <a:cubicBezTo>
                    <a:pt x="0" y="368"/>
                    <a:pt x="32" y="527"/>
                    <a:pt x="138" y="633"/>
                  </a:cubicBezTo>
                  <a:cubicBezTo>
                    <a:pt x="209" y="703"/>
                    <a:pt x="303" y="741"/>
                    <a:pt x="400" y="741"/>
                  </a:cubicBezTo>
                  <a:cubicBezTo>
                    <a:pt x="447" y="741"/>
                    <a:pt x="495" y="731"/>
                    <a:pt x="541" y="713"/>
                  </a:cubicBezTo>
                  <a:cubicBezTo>
                    <a:pt x="679" y="655"/>
                    <a:pt x="769" y="521"/>
                    <a:pt x="769" y="370"/>
                  </a:cubicBezTo>
                  <a:cubicBezTo>
                    <a:pt x="769" y="167"/>
                    <a:pt x="604" y="1"/>
                    <a:pt x="399" y="1"/>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72" name="Google Shape;172;g13aad04fd39_6_49"/>
            <p:cNvSpPr/>
            <p:nvPr/>
          </p:nvSpPr>
          <p:spPr>
            <a:xfrm>
              <a:off x="2382400" y="919650"/>
              <a:ext cx="19250" cy="18525"/>
            </a:xfrm>
            <a:custGeom>
              <a:rect b="b" l="l" r="r" t="t"/>
              <a:pathLst>
                <a:path extrusionOk="0" h="741" w="770">
                  <a:moveTo>
                    <a:pt x="399" y="1"/>
                  </a:moveTo>
                  <a:cubicBezTo>
                    <a:pt x="250" y="1"/>
                    <a:pt x="115" y="91"/>
                    <a:pt x="58" y="229"/>
                  </a:cubicBezTo>
                  <a:cubicBezTo>
                    <a:pt x="0" y="368"/>
                    <a:pt x="32" y="527"/>
                    <a:pt x="138" y="633"/>
                  </a:cubicBezTo>
                  <a:cubicBezTo>
                    <a:pt x="209" y="703"/>
                    <a:pt x="303" y="741"/>
                    <a:pt x="400" y="741"/>
                  </a:cubicBezTo>
                  <a:cubicBezTo>
                    <a:pt x="447" y="741"/>
                    <a:pt x="495" y="731"/>
                    <a:pt x="541" y="713"/>
                  </a:cubicBezTo>
                  <a:cubicBezTo>
                    <a:pt x="679" y="655"/>
                    <a:pt x="769" y="521"/>
                    <a:pt x="769" y="370"/>
                  </a:cubicBezTo>
                  <a:cubicBezTo>
                    <a:pt x="769" y="167"/>
                    <a:pt x="604" y="1"/>
                    <a:pt x="399" y="1"/>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73" name="Google Shape;173;g13aad04fd39_6_49"/>
            <p:cNvSpPr/>
            <p:nvPr/>
          </p:nvSpPr>
          <p:spPr>
            <a:xfrm>
              <a:off x="2492975" y="919650"/>
              <a:ext cx="19275" cy="18525"/>
            </a:xfrm>
            <a:custGeom>
              <a:rect b="b" l="l" r="r" t="t"/>
              <a:pathLst>
                <a:path extrusionOk="0" h="741" w="771">
                  <a:moveTo>
                    <a:pt x="399" y="1"/>
                  </a:moveTo>
                  <a:cubicBezTo>
                    <a:pt x="250" y="1"/>
                    <a:pt x="116" y="91"/>
                    <a:pt x="58" y="229"/>
                  </a:cubicBezTo>
                  <a:cubicBezTo>
                    <a:pt x="0" y="368"/>
                    <a:pt x="32" y="527"/>
                    <a:pt x="138" y="633"/>
                  </a:cubicBezTo>
                  <a:cubicBezTo>
                    <a:pt x="209" y="703"/>
                    <a:pt x="303" y="741"/>
                    <a:pt x="399" y="741"/>
                  </a:cubicBezTo>
                  <a:cubicBezTo>
                    <a:pt x="447" y="741"/>
                    <a:pt x="495" y="731"/>
                    <a:pt x="541" y="713"/>
                  </a:cubicBezTo>
                  <a:cubicBezTo>
                    <a:pt x="680" y="655"/>
                    <a:pt x="770" y="521"/>
                    <a:pt x="770" y="370"/>
                  </a:cubicBezTo>
                  <a:cubicBezTo>
                    <a:pt x="769" y="167"/>
                    <a:pt x="604" y="1"/>
                    <a:pt x="399" y="1"/>
                  </a:cubicBez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sp>
        <p:nvSpPr>
          <p:cNvPr id="174" name="Google Shape;174;g13aad04fd39_6_49"/>
          <p:cNvSpPr/>
          <p:nvPr/>
        </p:nvSpPr>
        <p:spPr>
          <a:xfrm>
            <a:off x="-955000" y="4714500"/>
            <a:ext cx="1909200" cy="1909200"/>
          </a:xfrm>
          <a:prstGeom prst="star24">
            <a:avLst>
              <a:gd fmla="val 13257" name="adj"/>
            </a:avLst>
          </a:prstGeom>
          <a:solidFill>
            <a:schemeClr val="accent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75" name="Google Shape;175;g13aad04fd39_6_49"/>
          <p:cNvSpPr/>
          <p:nvPr/>
        </p:nvSpPr>
        <p:spPr>
          <a:xfrm flipH="1">
            <a:off x="15584050" y="-444600"/>
            <a:ext cx="4051200" cy="1728000"/>
          </a:xfrm>
          <a:prstGeom prst="ellipse">
            <a:avLst/>
          </a:prstGeom>
          <a:noFill/>
          <a:ln cap="flat" cmpd="sng" w="9525">
            <a:solidFill>
              <a:schemeClr val="accent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76" name="Google Shape;176;g13aad04fd39_6_49"/>
          <p:cNvSpPr/>
          <p:nvPr/>
        </p:nvSpPr>
        <p:spPr>
          <a:xfrm flipH="1">
            <a:off x="14207300" y="179100"/>
            <a:ext cx="4051200" cy="1728000"/>
          </a:xfrm>
          <a:prstGeom prst="ellipse">
            <a:avLst/>
          </a:prstGeom>
          <a:noFill/>
          <a:ln cap="flat" cmpd="sng" w="9525">
            <a:solidFill>
              <a:schemeClr val="accent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2.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80" name="Shape 80"/>
        <p:cNvGrpSpPr/>
        <p:nvPr/>
      </p:nvGrpSpPr>
      <p:grpSpPr>
        <a:xfrm>
          <a:off x="0" y="0"/>
          <a:ext cx="0" cy="0"/>
          <a:chOff x="0" y="0"/>
          <a:chExt cx="0" cy="0"/>
        </a:xfrm>
      </p:grpSpPr>
      <p:sp>
        <p:nvSpPr>
          <p:cNvPr id="81" name="Google Shape;81;g13aad04fd39_6_0"/>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rtl="0">
              <a:spcBef>
                <a:spcPts val="0"/>
              </a:spcBef>
              <a:spcAft>
                <a:spcPts val="0"/>
              </a:spcAft>
              <a:buClr>
                <a:schemeClr val="dk2"/>
              </a:buClr>
              <a:buSzPts val="6000"/>
              <a:buFont typeface="Oswald"/>
              <a:buNone/>
              <a:defRPr sz="6000">
                <a:solidFill>
                  <a:schemeClr val="dk2"/>
                </a:solidFill>
                <a:highlight>
                  <a:schemeClr val="dk1"/>
                </a:highlight>
                <a:latin typeface="Oswald"/>
                <a:ea typeface="Oswald"/>
                <a:cs typeface="Oswald"/>
                <a:sym typeface="Oswald"/>
              </a:defRPr>
            </a:lvl1pPr>
            <a:lvl2pPr lvl="1" rtl="0">
              <a:spcBef>
                <a:spcPts val="0"/>
              </a:spcBef>
              <a:spcAft>
                <a:spcPts val="0"/>
              </a:spcAft>
              <a:buClr>
                <a:schemeClr val="dk2"/>
              </a:buClr>
              <a:buSzPts val="6000"/>
              <a:buFont typeface="Oswald"/>
              <a:buNone/>
              <a:defRPr sz="6000">
                <a:solidFill>
                  <a:schemeClr val="dk2"/>
                </a:solidFill>
                <a:highlight>
                  <a:schemeClr val="dk1"/>
                </a:highlight>
                <a:latin typeface="Oswald"/>
                <a:ea typeface="Oswald"/>
                <a:cs typeface="Oswald"/>
                <a:sym typeface="Oswald"/>
              </a:defRPr>
            </a:lvl2pPr>
            <a:lvl3pPr lvl="2" rtl="0">
              <a:spcBef>
                <a:spcPts val="0"/>
              </a:spcBef>
              <a:spcAft>
                <a:spcPts val="0"/>
              </a:spcAft>
              <a:buClr>
                <a:schemeClr val="dk2"/>
              </a:buClr>
              <a:buSzPts val="6000"/>
              <a:buFont typeface="Oswald"/>
              <a:buNone/>
              <a:defRPr sz="6000">
                <a:solidFill>
                  <a:schemeClr val="dk2"/>
                </a:solidFill>
                <a:highlight>
                  <a:schemeClr val="dk1"/>
                </a:highlight>
                <a:latin typeface="Oswald"/>
                <a:ea typeface="Oswald"/>
                <a:cs typeface="Oswald"/>
                <a:sym typeface="Oswald"/>
              </a:defRPr>
            </a:lvl3pPr>
            <a:lvl4pPr lvl="3" rtl="0">
              <a:spcBef>
                <a:spcPts val="0"/>
              </a:spcBef>
              <a:spcAft>
                <a:spcPts val="0"/>
              </a:spcAft>
              <a:buClr>
                <a:schemeClr val="dk2"/>
              </a:buClr>
              <a:buSzPts val="6000"/>
              <a:buFont typeface="Oswald"/>
              <a:buNone/>
              <a:defRPr sz="6000">
                <a:solidFill>
                  <a:schemeClr val="dk2"/>
                </a:solidFill>
                <a:highlight>
                  <a:schemeClr val="dk1"/>
                </a:highlight>
                <a:latin typeface="Oswald"/>
                <a:ea typeface="Oswald"/>
                <a:cs typeface="Oswald"/>
                <a:sym typeface="Oswald"/>
              </a:defRPr>
            </a:lvl4pPr>
            <a:lvl5pPr lvl="4" rtl="0">
              <a:spcBef>
                <a:spcPts val="0"/>
              </a:spcBef>
              <a:spcAft>
                <a:spcPts val="0"/>
              </a:spcAft>
              <a:buClr>
                <a:schemeClr val="dk2"/>
              </a:buClr>
              <a:buSzPts val="6000"/>
              <a:buFont typeface="Oswald"/>
              <a:buNone/>
              <a:defRPr sz="6000">
                <a:solidFill>
                  <a:schemeClr val="dk2"/>
                </a:solidFill>
                <a:highlight>
                  <a:schemeClr val="dk1"/>
                </a:highlight>
                <a:latin typeface="Oswald"/>
                <a:ea typeface="Oswald"/>
                <a:cs typeface="Oswald"/>
                <a:sym typeface="Oswald"/>
              </a:defRPr>
            </a:lvl5pPr>
            <a:lvl6pPr lvl="5" rtl="0">
              <a:spcBef>
                <a:spcPts val="0"/>
              </a:spcBef>
              <a:spcAft>
                <a:spcPts val="0"/>
              </a:spcAft>
              <a:buClr>
                <a:schemeClr val="dk2"/>
              </a:buClr>
              <a:buSzPts val="6000"/>
              <a:buFont typeface="Oswald"/>
              <a:buNone/>
              <a:defRPr sz="6000">
                <a:solidFill>
                  <a:schemeClr val="dk2"/>
                </a:solidFill>
                <a:highlight>
                  <a:schemeClr val="dk1"/>
                </a:highlight>
                <a:latin typeface="Oswald"/>
                <a:ea typeface="Oswald"/>
                <a:cs typeface="Oswald"/>
                <a:sym typeface="Oswald"/>
              </a:defRPr>
            </a:lvl6pPr>
            <a:lvl7pPr lvl="6" rtl="0">
              <a:spcBef>
                <a:spcPts val="0"/>
              </a:spcBef>
              <a:spcAft>
                <a:spcPts val="0"/>
              </a:spcAft>
              <a:buClr>
                <a:schemeClr val="dk2"/>
              </a:buClr>
              <a:buSzPts val="6000"/>
              <a:buFont typeface="Oswald"/>
              <a:buNone/>
              <a:defRPr sz="6000">
                <a:solidFill>
                  <a:schemeClr val="dk2"/>
                </a:solidFill>
                <a:highlight>
                  <a:schemeClr val="dk1"/>
                </a:highlight>
                <a:latin typeface="Oswald"/>
                <a:ea typeface="Oswald"/>
                <a:cs typeface="Oswald"/>
                <a:sym typeface="Oswald"/>
              </a:defRPr>
            </a:lvl7pPr>
            <a:lvl8pPr lvl="7" rtl="0">
              <a:spcBef>
                <a:spcPts val="0"/>
              </a:spcBef>
              <a:spcAft>
                <a:spcPts val="0"/>
              </a:spcAft>
              <a:buClr>
                <a:schemeClr val="dk2"/>
              </a:buClr>
              <a:buSzPts val="6000"/>
              <a:buFont typeface="Oswald"/>
              <a:buNone/>
              <a:defRPr sz="6000">
                <a:solidFill>
                  <a:schemeClr val="dk2"/>
                </a:solidFill>
                <a:highlight>
                  <a:schemeClr val="dk1"/>
                </a:highlight>
                <a:latin typeface="Oswald"/>
                <a:ea typeface="Oswald"/>
                <a:cs typeface="Oswald"/>
                <a:sym typeface="Oswald"/>
              </a:defRPr>
            </a:lvl8pPr>
            <a:lvl9pPr lvl="8" rtl="0">
              <a:spcBef>
                <a:spcPts val="0"/>
              </a:spcBef>
              <a:spcAft>
                <a:spcPts val="0"/>
              </a:spcAft>
              <a:buClr>
                <a:schemeClr val="dk2"/>
              </a:buClr>
              <a:buSzPts val="6000"/>
              <a:buFont typeface="Oswald"/>
              <a:buNone/>
              <a:defRPr sz="6000">
                <a:solidFill>
                  <a:schemeClr val="dk2"/>
                </a:solidFill>
                <a:highlight>
                  <a:schemeClr val="dk1"/>
                </a:highlight>
                <a:latin typeface="Oswald"/>
                <a:ea typeface="Oswald"/>
                <a:cs typeface="Oswald"/>
                <a:sym typeface="Oswald"/>
              </a:defRPr>
            </a:lvl9pPr>
          </a:lstStyle>
          <a:p/>
        </p:txBody>
      </p:sp>
      <p:sp>
        <p:nvSpPr>
          <p:cNvPr id="82" name="Google Shape;82;g13aad04fd39_6_0"/>
          <p:cNvSpPr txBox="1"/>
          <p:nvPr>
            <p:ph idx="1" type="body"/>
          </p:nvPr>
        </p:nvSpPr>
        <p:spPr>
          <a:xfrm>
            <a:off x="623400" y="2468150"/>
            <a:ext cx="17041200" cy="6669600"/>
          </a:xfrm>
          <a:prstGeom prst="rect">
            <a:avLst/>
          </a:prstGeom>
          <a:noFill/>
          <a:ln>
            <a:noFill/>
          </a:ln>
        </p:spPr>
        <p:txBody>
          <a:bodyPr anchorCtr="0" anchor="t" bIns="182850" lIns="182850" spcFirstLastPara="1" rIns="182850" wrap="square" tIns="182850">
            <a:normAutofit/>
          </a:bodyPr>
          <a:lstStyle>
            <a:lvl1pPr indent="-457200" lvl="0" marL="457200" rtl="0">
              <a:lnSpc>
                <a:spcPct val="115000"/>
              </a:lnSpc>
              <a:spcBef>
                <a:spcPts val="0"/>
              </a:spcBef>
              <a:spcAft>
                <a:spcPts val="0"/>
              </a:spcAft>
              <a:buClr>
                <a:schemeClr val="dk2"/>
              </a:buClr>
              <a:buSzPts val="3600"/>
              <a:buFont typeface="Playfair Display"/>
              <a:buChar char="●"/>
              <a:defRPr sz="3600">
                <a:solidFill>
                  <a:schemeClr val="dk2"/>
                </a:solidFill>
                <a:latin typeface="Playfair Display"/>
                <a:ea typeface="Playfair Display"/>
                <a:cs typeface="Playfair Display"/>
                <a:sym typeface="Playfair Display"/>
              </a:defRPr>
            </a:lvl1pPr>
            <a:lvl2pPr indent="-406400" lvl="1" marL="914400" rtl="0">
              <a:lnSpc>
                <a:spcPct val="115000"/>
              </a:lnSpc>
              <a:spcBef>
                <a:spcPts val="0"/>
              </a:spcBef>
              <a:spcAft>
                <a:spcPts val="0"/>
              </a:spcAft>
              <a:buClr>
                <a:schemeClr val="dk2"/>
              </a:buClr>
              <a:buSzPts val="2800"/>
              <a:buFont typeface="Playfair Display"/>
              <a:buChar char="○"/>
              <a:defRPr sz="2800">
                <a:solidFill>
                  <a:schemeClr val="dk2"/>
                </a:solidFill>
                <a:latin typeface="Playfair Display"/>
                <a:ea typeface="Playfair Display"/>
                <a:cs typeface="Playfair Display"/>
                <a:sym typeface="Playfair Display"/>
              </a:defRPr>
            </a:lvl2pPr>
            <a:lvl3pPr indent="-406400" lvl="2" marL="1371600" rtl="0">
              <a:lnSpc>
                <a:spcPct val="115000"/>
              </a:lnSpc>
              <a:spcBef>
                <a:spcPts val="0"/>
              </a:spcBef>
              <a:spcAft>
                <a:spcPts val="0"/>
              </a:spcAft>
              <a:buClr>
                <a:schemeClr val="dk2"/>
              </a:buClr>
              <a:buSzPts val="2800"/>
              <a:buFont typeface="Playfair Display"/>
              <a:buChar char="■"/>
              <a:defRPr sz="2800">
                <a:solidFill>
                  <a:schemeClr val="dk2"/>
                </a:solidFill>
                <a:latin typeface="Playfair Display"/>
                <a:ea typeface="Playfair Display"/>
                <a:cs typeface="Playfair Display"/>
                <a:sym typeface="Playfair Display"/>
              </a:defRPr>
            </a:lvl3pPr>
            <a:lvl4pPr indent="-406400" lvl="3" marL="1828800" rtl="0">
              <a:lnSpc>
                <a:spcPct val="115000"/>
              </a:lnSpc>
              <a:spcBef>
                <a:spcPts val="0"/>
              </a:spcBef>
              <a:spcAft>
                <a:spcPts val="0"/>
              </a:spcAft>
              <a:buClr>
                <a:schemeClr val="dk2"/>
              </a:buClr>
              <a:buSzPts val="2800"/>
              <a:buFont typeface="Playfair Display"/>
              <a:buChar char="●"/>
              <a:defRPr sz="2800">
                <a:solidFill>
                  <a:schemeClr val="dk2"/>
                </a:solidFill>
                <a:latin typeface="Playfair Display"/>
                <a:ea typeface="Playfair Display"/>
                <a:cs typeface="Playfair Display"/>
                <a:sym typeface="Playfair Display"/>
              </a:defRPr>
            </a:lvl4pPr>
            <a:lvl5pPr indent="-406400" lvl="4" marL="2286000" rtl="0">
              <a:lnSpc>
                <a:spcPct val="115000"/>
              </a:lnSpc>
              <a:spcBef>
                <a:spcPts val="0"/>
              </a:spcBef>
              <a:spcAft>
                <a:spcPts val="0"/>
              </a:spcAft>
              <a:buClr>
                <a:schemeClr val="dk2"/>
              </a:buClr>
              <a:buSzPts val="2800"/>
              <a:buFont typeface="Playfair Display"/>
              <a:buChar char="○"/>
              <a:defRPr sz="2800">
                <a:solidFill>
                  <a:schemeClr val="dk2"/>
                </a:solidFill>
                <a:latin typeface="Playfair Display"/>
                <a:ea typeface="Playfair Display"/>
                <a:cs typeface="Playfair Display"/>
                <a:sym typeface="Playfair Display"/>
              </a:defRPr>
            </a:lvl5pPr>
            <a:lvl6pPr indent="-406400" lvl="5" marL="2743200" rtl="0">
              <a:lnSpc>
                <a:spcPct val="115000"/>
              </a:lnSpc>
              <a:spcBef>
                <a:spcPts val="0"/>
              </a:spcBef>
              <a:spcAft>
                <a:spcPts val="0"/>
              </a:spcAft>
              <a:buClr>
                <a:schemeClr val="dk2"/>
              </a:buClr>
              <a:buSzPts val="2800"/>
              <a:buFont typeface="Playfair Display"/>
              <a:buChar char="■"/>
              <a:defRPr sz="2800">
                <a:solidFill>
                  <a:schemeClr val="dk2"/>
                </a:solidFill>
                <a:latin typeface="Playfair Display"/>
                <a:ea typeface="Playfair Display"/>
                <a:cs typeface="Playfair Display"/>
                <a:sym typeface="Playfair Display"/>
              </a:defRPr>
            </a:lvl6pPr>
            <a:lvl7pPr indent="-406400" lvl="6" marL="3200400" rtl="0">
              <a:lnSpc>
                <a:spcPct val="115000"/>
              </a:lnSpc>
              <a:spcBef>
                <a:spcPts val="0"/>
              </a:spcBef>
              <a:spcAft>
                <a:spcPts val="0"/>
              </a:spcAft>
              <a:buClr>
                <a:schemeClr val="dk2"/>
              </a:buClr>
              <a:buSzPts val="2800"/>
              <a:buFont typeface="Playfair Display"/>
              <a:buChar char="●"/>
              <a:defRPr sz="2800">
                <a:solidFill>
                  <a:schemeClr val="dk2"/>
                </a:solidFill>
                <a:latin typeface="Playfair Display"/>
                <a:ea typeface="Playfair Display"/>
                <a:cs typeface="Playfair Display"/>
                <a:sym typeface="Playfair Display"/>
              </a:defRPr>
            </a:lvl7pPr>
            <a:lvl8pPr indent="-406400" lvl="7" marL="3657600" rtl="0">
              <a:lnSpc>
                <a:spcPct val="115000"/>
              </a:lnSpc>
              <a:spcBef>
                <a:spcPts val="0"/>
              </a:spcBef>
              <a:spcAft>
                <a:spcPts val="0"/>
              </a:spcAft>
              <a:buClr>
                <a:schemeClr val="dk2"/>
              </a:buClr>
              <a:buSzPts val="2800"/>
              <a:buFont typeface="Playfair Display"/>
              <a:buChar char="○"/>
              <a:defRPr sz="2800">
                <a:solidFill>
                  <a:schemeClr val="dk2"/>
                </a:solidFill>
                <a:latin typeface="Playfair Display"/>
                <a:ea typeface="Playfair Display"/>
                <a:cs typeface="Playfair Display"/>
                <a:sym typeface="Playfair Display"/>
              </a:defRPr>
            </a:lvl8pPr>
            <a:lvl9pPr indent="-406400" lvl="8" marL="4114800" rtl="0">
              <a:lnSpc>
                <a:spcPct val="115000"/>
              </a:lnSpc>
              <a:spcBef>
                <a:spcPts val="0"/>
              </a:spcBef>
              <a:spcAft>
                <a:spcPts val="0"/>
              </a:spcAft>
              <a:buClr>
                <a:schemeClr val="dk2"/>
              </a:buClr>
              <a:buSzPts val="2800"/>
              <a:buFont typeface="Playfair Display"/>
              <a:buChar char="■"/>
              <a:defRPr sz="2800">
                <a:solidFill>
                  <a:schemeClr val="dk2"/>
                </a:solidFill>
                <a:latin typeface="Playfair Display"/>
                <a:ea typeface="Playfair Display"/>
                <a:cs typeface="Playfair Display"/>
                <a:sym typeface="Playfair Display"/>
              </a:defRPr>
            </a:lvl9pPr>
          </a:lstStyle>
          <a:p/>
        </p:txBody>
      </p:sp>
      <p:sp>
        <p:nvSpPr>
          <p:cNvPr id="83" name="Google Shape;83;g13aad04fd39_6_0"/>
          <p:cNvSpPr txBox="1"/>
          <p:nvPr>
            <p:ph idx="12" type="sldNum"/>
          </p:nvPr>
        </p:nvSpPr>
        <p:spPr>
          <a:xfrm>
            <a:off x="16995998" y="9377518"/>
            <a:ext cx="1097400" cy="787200"/>
          </a:xfrm>
          <a:prstGeom prst="rect">
            <a:avLst/>
          </a:prstGeom>
          <a:noFill/>
          <a:ln>
            <a:noFill/>
          </a:ln>
        </p:spPr>
        <p:txBody>
          <a:bodyPr anchorCtr="0" anchor="ctr" bIns="182850" lIns="182850" spcFirstLastPara="1" rIns="182850" wrap="square" tIns="182850">
            <a:normAutofit/>
          </a:bodyPr>
          <a:lstStyle>
            <a:lvl1pPr lvl="0" rtl="0" algn="r">
              <a:buNone/>
              <a:defRPr sz="2000">
                <a:solidFill>
                  <a:schemeClr val="dk2"/>
                </a:solidFill>
                <a:latin typeface="Playfair Display"/>
                <a:ea typeface="Playfair Display"/>
                <a:cs typeface="Playfair Display"/>
                <a:sym typeface="Playfair Display"/>
              </a:defRPr>
            </a:lvl1pPr>
            <a:lvl2pPr lvl="1" rtl="0" algn="r">
              <a:buNone/>
              <a:defRPr sz="2000">
                <a:solidFill>
                  <a:schemeClr val="dk2"/>
                </a:solidFill>
                <a:latin typeface="Playfair Display"/>
                <a:ea typeface="Playfair Display"/>
                <a:cs typeface="Playfair Display"/>
                <a:sym typeface="Playfair Display"/>
              </a:defRPr>
            </a:lvl2pPr>
            <a:lvl3pPr lvl="2" rtl="0" algn="r">
              <a:buNone/>
              <a:defRPr sz="2000">
                <a:solidFill>
                  <a:schemeClr val="dk2"/>
                </a:solidFill>
                <a:latin typeface="Playfair Display"/>
                <a:ea typeface="Playfair Display"/>
                <a:cs typeface="Playfair Display"/>
                <a:sym typeface="Playfair Display"/>
              </a:defRPr>
            </a:lvl3pPr>
            <a:lvl4pPr lvl="3" rtl="0" algn="r">
              <a:buNone/>
              <a:defRPr sz="2000">
                <a:solidFill>
                  <a:schemeClr val="dk2"/>
                </a:solidFill>
                <a:latin typeface="Playfair Display"/>
                <a:ea typeface="Playfair Display"/>
                <a:cs typeface="Playfair Display"/>
                <a:sym typeface="Playfair Display"/>
              </a:defRPr>
            </a:lvl4pPr>
            <a:lvl5pPr lvl="4" rtl="0" algn="r">
              <a:buNone/>
              <a:defRPr sz="2000">
                <a:solidFill>
                  <a:schemeClr val="dk2"/>
                </a:solidFill>
                <a:latin typeface="Playfair Display"/>
                <a:ea typeface="Playfair Display"/>
                <a:cs typeface="Playfair Display"/>
                <a:sym typeface="Playfair Display"/>
              </a:defRPr>
            </a:lvl5pPr>
            <a:lvl6pPr lvl="5" rtl="0" algn="r">
              <a:buNone/>
              <a:defRPr sz="2000">
                <a:solidFill>
                  <a:schemeClr val="dk2"/>
                </a:solidFill>
                <a:latin typeface="Playfair Display"/>
                <a:ea typeface="Playfair Display"/>
                <a:cs typeface="Playfair Display"/>
                <a:sym typeface="Playfair Display"/>
              </a:defRPr>
            </a:lvl6pPr>
            <a:lvl7pPr lvl="6" rtl="0" algn="r">
              <a:buNone/>
              <a:defRPr sz="2000">
                <a:solidFill>
                  <a:schemeClr val="dk2"/>
                </a:solidFill>
                <a:latin typeface="Playfair Display"/>
                <a:ea typeface="Playfair Display"/>
                <a:cs typeface="Playfair Display"/>
                <a:sym typeface="Playfair Display"/>
              </a:defRPr>
            </a:lvl7pPr>
            <a:lvl8pPr lvl="7" rtl="0" algn="r">
              <a:buNone/>
              <a:defRPr sz="2000">
                <a:solidFill>
                  <a:schemeClr val="dk2"/>
                </a:solidFill>
                <a:latin typeface="Playfair Display"/>
                <a:ea typeface="Playfair Display"/>
                <a:cs typeface="Playfair Display"/>
                <a:sym typeface="Playfair Display"/>
              </a:defRPr>
            </a:lvl8pPr>
            <a:lvl9pPr lvl="8" rtl="0" algn="r">
              <a:buNone/>
              <a:defRPr sz="2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7.png"/><Relationship Id="rId5" Type="http://schemas.openxmlformats.org/officeDocument/2006/relationships/image" Target="../media/image22.png"/><Relationship Id="rId6"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en.wikipedia.org/wiki/Abortion_in_Alaska" TargetMode="External"/><Relationship Id="rId4" Type="http://schemas.openxmlformats.org/officeDocument/2006/relationships/hyperlink" Target="https://www.guttmacher.org/united-states/aborti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sp>
        <p:nvSpPr>
          <p:cNvPr id="181" name="Google Shape;181;g13aad04fd39_6_97"/>
          <p:cNvSpPr txBox="1"/>
          <p:nvPr/>
        </p:nvSpPr>
        <p:spPr>
          <a:xfrm>
            <a:off x="2921850" y="9207375"/>
            <a:ext cx="12444300" cy="384600"/>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Clr>
                <a:srgbClr val="000000"/>
              </a:buClr>
              <a:buSzPts val="2299"/>
              <a:buFont typeface="Arial"/>
              <a:buNone/>
            </a:pPr>
            <a:r>
              <a:rPr b="1" lang="en-US" sz="2499">
                <a:solidFill>
                  <a:srgbClr val="F9C041"/>
                </a:solidFill>
                <a:latin typeface="Poppins"/>
                <a:ea typeface="Poppins"/>
                <a:cs typeface="Poppins"/>
                <a:sym typeface="Poppins"/>
              </a:rPr>
              <a:t>Lauren Chlebove                  Shweta Ale                  Tsering Lhamo                  Philip Park</a:t>
            </a:r>
            <a:r>
              <a:rPr b="1" lang="en-US" sz="2499">
                <a:solidFill>
                  <a:srgbClr val="105652"/>
                </a:solidFill>
                <a:latin typeface="Poppins"/>
                <a:ea typeface="Poppins"/>
                <a:cs typeface="Poppins"/>
                <a:sym typeface="Poppins"/>
              </a:rPr>
              <a:t> </a:t>
            </a:r>
            <a:endParaRPr b="1" i="0" sz="1900" u="none" cap="none" strike="noStrike">
              <a:solidFill>
                <a:srgbClr val="105652"/>
              </a:solidFill>
              <a:latin typeface="Arial"/>
              <a:ea typeface="Arial"/>
              <a:cs typeface="Arial"/>
              <a:sym typeface="Arial"/>
            </a:endParaRPr>
          </a:p>
        </p:txBody>
      </p:sp>
      <p:sp>
        <p:nvSpPr>
          <p:cNvPr id="182" name="Google Shape;182;g13aad04fd39_6_97"/>
          <p:cNvSpPr txBox="1"/>
          <p:nvPr/>
        </p:nvSpPr>
        <p:spPr>
          <a:xfrm>
            <a:off x="381000" y="152400"/>
            <a:ext cx="98478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0">
                <a:solidFill>
                  <a:srgbClr val="F9C041"/>
                </a:solidFill>
                <a:latin typeface="Bebas Neue"/>
                <a:ea typeface="Bebas Neue"/>
                <a:cs typeface="Bebas Neue"/>
                <a:sym typeface="Bebas Neue"/>
              </a:rPr>
              <a:t>ABOrtion rates </a:t>
            </a:r>
            <a:endParaRPr>
              <a:solidFill>
                <a:srgbClr val="F9C041"/>
              </a:solidFill>
            </a:endParaRPr>
          </a:p>
        </p:txBody>
      </p:sp>
      <p:sp>
        <p:nvSpPr>
          <p:cNvPr id="183" name="Google Shape;183;g13aad04fd39_6_97"/>
          <p:cNvSpPr txBox="1"/>
          <p:nvPr/>
        </p:nvSpPr>
        <p:spPr>
          <a:xfrm>
            <a:off x="462125" y="1701575"/>
            <a:ext cx="62076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2"/>
              </a:buClr>
              <a:buSzPts val="1100"/>
              <a:buFont typeface="Arial"/>
              <a:buNone/>
            </a:pPr>
            <a:r>
              <a:rPr b="1" lang="en-US" sz="13000">
                <a:solidFill>
                  <a:srgbClr val="F9C041"/>
                </a:solidFill>
                <a:latin typeface="Bebas Neue"/>
                <a:ea typeface="Bebas Neue"/>
                <a:cs typeface="Bebas Neue"/>
                <a:sym typeface="Bebas Neue"/>
              </a:rPr>
              <a:t>in america</a:t>
            </a:r>
            <a:endParaRPr>
              <a:solidFill>
                <a:srgbClr val="F9C041"/>
              </a:solidFill>
              <a:latin typeface="Playfair Display"/>
              <a:ea typeface="Playfair Display"/>
              <a:cs typeface="Playfair Display"/>
              <a:sym typeface="Playfair Display"/>
            </a:endParaRPr>
          </a:p>
        </p:txBody>
      </p:sp>
      <p:sp>
        <p:nvSpPr>
          <p:cNvPr id="184" name="Google Shape;184;g13aad04fd39_6_97"/>
          <p:cNvSpPr txBox="1"/>
          <p:nvPr/>
        </p:nvSpPr>
        <p:spPr>
          <a:xfrm>
            <a:off x="381000" y="5649675"/>
            <a:ext cx="4191000" cy="2447100"/>
          </a:xfrm>
          <a:prstGeom prst="rect">
            <a:avLst/>
          </a:prstGeom>
          <a:noFill/>
          <a:ln>
            <a:noFill/>
          </a:ln>
        </p:spPr>
        <p:txBody>
          <a:bodyPr anchorCtr="0" anchor="t" bIns="91425" lIns="91425" spcFirstLastPara="1" rIns="91425" wrap="square" tIns="91425">
            <a:spAutoFit/>
          </a:bodyPr>
          <a:lstStyle/>
          <a:p>
            <a:pPr indent="0" lvl="0" marL="0" rtl="0" algn="l">
              <a:lnSpc>
                <a:spcPct val="160025"/>
              </a:lnSpc>
              <a:spcBef>
                <a:spcPts val="0"/>
              </a:spcBef>
              <a:spcAft>
                <a:spcPts val="0"/>
              </a:spcAft>
              <a:buNone/>
            </a:pPr>
            <a:r>
              <a:rPr b="1" lang="en-US" sz="3499">
                <a:solidFill>
                  <a:srgbClr val="F9C041"/>
                </a:solidFill>
                <a:latin typeface="Bebas Neue"/>
                <a:ea typeface="Bebas Neue"/>
                <a:cs typeface="Bebas Neue"/>
                <a:sym typeface="Bebas Neue"/>
              </a:rPr>
              <a:t>National and State Abortion and Pregnancy Rates from 1973 - 2017</a:t>
            </a:r>
            <a:endParaRPr sz="1700">
              <a:solidFill>
                <a:srgbClr val="F9C041"/>
              </a:solidFill>
              <a:latin typeface="Bebas Neue"/>
              <a:ea typeface="Bebas Neue"/>
              <a:cs typeface="Bebas Neue"/>
              <a:sym typeface="Bebas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188" name="Shape 188"/>
        <p:cNvGrpSpPr/>
        <p:nvPr/>
      </p:nvGrpSpPr>
      <p:grpSpPr>
        <a:xfrm>
          <a:off x="0" y="0"/>
          <a:ext cx="0" cy="0"/>
          <a:chOff x="0" y="0"/>
          <a:chExt cx="0" cy="0"/>
        </a:xfrm>
      </p:grpSpPr>
      <p:sp>
        <p:nvSpPr>
          <p:cNvPr id="189" name="Google Shape;189;p6"/>
          <p:cNvSpPr txBox="1"/>
          <p:nvPr/>
        </p:nvSpPr>
        <p:spPr>
          <a:xfrm>
            <a:off x="1307475" y="870023"/>
            <a:ext cx="6012600" cy="1567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883"/>
              <a:buFont typeface="Arial"/>
              <a:buNone/>
            </a:pPr>
            <a:r>
              <a:rPr b="1" lang="en-US" sz="10183">
                <a:solidFill>
                  <a:schemeClr val="dk1"/>
                </a:solidFill>
                <a:latin typeface="Bebas Neue"/>
                <a:ea typeface="Bebas Neue"/>
                <a:cs typeface="Bebas Neue"/>
                <a:sym typeface="Bebas Neue"/>
              </a:rPr>
              <a:t>InTroduction </a:t>
            </a:r>
            <a:endParaRPr b="0" i="0" sz="100" u="none" cap="none" strike="noStrike">
              <a:solidFill>
                <a:schemeClr val="dk1"/>
              </a:solidFill>
              <a:latin typeface="Arial"/>
              <a:ea typeface="Arial"/>
              <a:cs typeface="Arial"/>
              <a:sym typeface="Arial"/>
            </a:endParaRPr>
          </a:p>
        </p:txBody>
      </p:sp>
      <p:cxnSp>
        <p:nvCxnSpPr>
          <p:cNvPr id="190" name="Google Shape;190;p6"/>
          <p:cNvCxnSpPr/>
          <p:nvPr/>
        </p:nvCxnSpPr>
        <p:spPr>
          <a:xfrm rot="5400000">
            <a:off x="6111547" y="5124450"/>
            <a:ext cx="5131954" cy="0"/>
          </a:xfrm>
          <a:prstGeom prst="straightConnector1">
            <a:avLst/>
          </a:prstGeom>
          <a:noFill/>
          <a:ln cap="flat" cmpd="sng" w="19050">
            <a:solidFill>
              <a:srgbClr val="000000"/>
            </a:solidFill>
            <a:prstDash val="solid"/>
            <a:round/>
            <a:headEnd len="sm" w="sm" type="none"/>
            <a:tailEnd len="sm" w="sm" type="none"/>
          </a:ln>
        </p:spPr>
      </p:cxnSp>
      <p:sp>
        <p:nvSpPr>
          <p:cNvPr id="191" name="Google Shape;191;p6"/>
          <p:cNvSpPr txBox="1"/>
          <p:nvPr/>
        </p:nvSpPr>
        <p:spPr>
          <a:xfrm>
            <a:off x="737475" y="2558466"/>
            <a:ext cx="7152600" cy="7158600"/>
          </a:xfrm>
          <a:prstGeom prst="rect">
            <a:avLst/>
          </a:prstGeom>
          <a:noFill/>
          <a:ln>
            <a:noFill/>
          </a:ln>
        </p:spPr>
        <p:txBody>
          <a:bodyPr anchorCtr="0" anchor="t" bIns="0" lIns="0" spcFirstLastPara="1" rIns="0" wrap="square" tIns="0">
            <a:spAutoFit/>
          </a:bodyPr>
          <a:lstStyle/>
          <a:p>
            <a:pPr indent="0" lvl="0" marL="0" marR="0" rtl="0" algn="l">
              <a:lnSpc>
                <a:spcPct val="160025"/>
              </a:lnSpc>
              <a:spcBef>
                <a:spcPts val="0"/>
              </a:spcBef>
              <a:spcAft>
                <a:spcPts val="0"/>
              </a:spcAft>
              <a:buClr>
                <a:srgbClr val="000000"/>
              </a:buClr>
              <a:buSzPts val="2399"/>
              <a:buFont typeface="Arial"/>
              <a:buNone/>
            </a:pPr>
            <a:r>
              <a:rPr lang="en-US" sz="2500">
                <a:solidFill>
                  <a:srgbClr val="212121"/>
                </a:solidFill>
                <a:latin typeface="Poppins"/>
                <a:ea typeface="Poppins"/>
                <a:cs typeface="Poppins"/>
                <a:sym typeface="Poppins"/>
              </a:rPr>
              <a:t>Since the landmark Supreme Court decision of Roe v. Wade in 1973, the right to abortion has been protected in the United States at the federal level. However, in a country as large and diverse as America, opinions on abortion have always varied greatly between states. Until recently, states were unable to ban abortion outright. What does the data show about abortion rates across the country?</a:t>
            </a:r>
            <a:endParaRPr sz="2500">
              <a:solidFill>
                <a:srgbClr val="212121"/>
              </a:solidFill>
              <a:latin typeface="Poppins"/>
              <a:ea typeface="Poppins"/>
              <a:cs typeface="Poppins"/>
              <a:sym typeface="Poppins"/>
            </a:endParaRPr>
          </a:p>
          <a:p>
            <a:pPr indent="0" lvl="0" marL="0" marR="0" rtl="0" algn="l">
              <a:lnSpc>
                <a:spcPct val="160025"/>
              </a:lnSpc>
              <a:spcBef>
                <a:spcPts val="0"/>
              </a:spcBef>
              <a:spcAft>
                <a:spcPts val="0"/>
              </a:spcAft>
              <a:buClr>
                <a:srgbClr val="000000"/>
              </a:buClr>
              <a:buSzPts val="2399"/>
              <a:buFont typeface="Arial"/>
              <a:buNone/>
            </a:pPr>
            <a:r>
              <a:rPr lang="en-US" sz="2500">
                <a:solidFill>
                  <a:srgbClr val="212121"/>
                </a:solidFill>
                <a:latin typeface="Poppins"/>
                <a:ea typeface="Poppins"/>
                <a:cs typeface="Poppins"/>
                <a:sym typeface="Poppins"/>
              </a:rPr>
              <a:t>We begin our </a:t>
            </a:r>
            <a:r>
              <a:rPr lang="en-US" sz="2500">
                <a:solidFill>
                  <a:srgbClr val="212121"/>
                </a:solidFill>
                <a:latin typeface="Poppins"/>
                <a:ea typeface="Poppins"/>
                <a:cs typeface="Poppins"/>
                <a:sym typeface="Poppins"/>
              </a:rPr>
              <a:t>exploration</a:t>
            </a:r>
            <a:r>
              <a:rPr lang="en-US" sz="2500">
                <a:solidFill>
                  <a:srgbClr val="212121"/>
                </a:solidFill>
                <a:latin typeface="Poppins"/>
                <a:ea typeface="Poppins"/>
                <a:cs typeface="Poppins"/>
                <a:sym typeface="Poppins"/>
              </a:rPr>
              <a:t> by distinguishing </a:t>
            </a:r>
            <a:r>
              <a:rPr b="1" lang="en-US" sz="2500">
                <a:solidFill>
                  <a:srgbClr val="FF0000"/>
                </a:solidFill>
                <a:latin typeface="Poppins"/>
                <a:ea typeface="Poppins"/>
                <a:cs typeface="Poppins"/>
                <a:sym typeface="Poppins"/>
              </a:rPr>
              <a:t>RED</a:t>
            </a:r>
            <a:r>
              <a:rPr lang="en-US" sz="2500">
                <a:solidFill>
                  <a:srgbClr val="212121"/>
                </a:solidFill>
                <a:latin typeface="Poppins"/>
                <a:ea typeface="Poppins"/>
                <a:cs typeface="Poppins"/>
                <a:sym typeface="Poppins"/>
              </a:rPr>
              <a:t> and </a:t>
            </a:r>
            <a:r>
              <a:rPr b="1" lang="en-US" sz="2500">
                <a:solidFill>
                  <a:srgbClr val="0000FF"/>
                </a:solidFill>
                <a:latin typeface="Poppins"/>
                <a:ea typeface="Poppins"/>
                <a:cs typeface="Poppins"/>
                <a:sym typeface="Poppins"/>
              </a:rPr>
              <a:t>BLUE</a:t>
            </a:r>
            <a:r>
              <a:rPr lang="en-US" sz="2500">
                <a:solidFill>
                  <a:srgbClr val="212121"/>
                </a:solidFill>
                <a:latin typeface="Poppins"/>
                <a:ea typeface="Poppins"/>
                <a:cs typeface="Poppins"/>
                <a:sym typeface="Poppins"/>
              </a:rPr>
              <a:t> states. </a:t>
            </a:r>
            <a:endParaRPr sz="2500">
              <a:solidFill>
                <a:srgbClr val="212121"/>
              </a:solidFill>
              <a:latin typeface="Poppins"/>
              <a:ea typeface="Poppins"/>
              <a:cs typeface="Poppins"/>
              <a:sym typeface="Poppins"/>
            </a:endParaRPr>
          </a:p>
        </p:txBody>
      </p:sp>
      <p:sp>
        <p:nvSpPr>
          <p:cNvPr id="192" name="Google Shape;192;p6"/>
          <p:cNvSpPr txBox="1"/>
          <p:nvPr/>
        </p:nvSpPr>
        <p:spPr>
          <a:xfrm>
            <a:off x="9908450" y="1225720"/>
            <a:ext cx="7006200" cy="3485100"/>
          </a:xfrm>
          <a:prstGeom prst="rect">
            <a:avLst/>
          </a:prstGeom>
          <a:noFill/>
          <a:ln>
            <a:noFill/>
          </a:ln>
        </p:spPr>
        <p:txBody>
          <a:bodyPr anchorCtr="0" anchor="t" bIns="0" lIns="0" spcFirstLastPara="1" rIns="0" wrap="square" tIns="0">
            <a:spAutoFit/>
          </a:bodyPr>
          <a:lstStyle/>
          <a:p>
            <a:pPr indent="457200" lvl="0" marL="1371600" marR="0" rtl="0" algn="l">
              <a:lnSpc>
                <a:spcPct val="160025"/>
              </a:lnSpc>
              <a:spcBef>
                <a:spcPts val="0"/>
              </a:spcBef>
              <a:spcAft>
                <a:spcPts val="0"/>
              </a:spcAft>
              <a:buClr>
                <a:srgbClr val="000000"/>
              </a:buClr>
              <a:buSzPts val="2399"/>
              <a:buFont typeface="Arial"/>
              <a:buNone/>
            </a:pPr>
            <a:r>
              <a:rPr b="1" lang="en-US" sz="3999">
                <a:solidFill>
                  <a:srgbClr val="FF0000"/>
                </a:solidFill>
                <a:latin typeface="Poppins"/>
                <a:ea typeface="Poppins"/>
                <a:cs typeface="Poppins"/>
                <a:sym typeface="Poppins"/>
              </a:rPr>
              <a:t>RED</a:t>
            </a:r>
            <a:r>
              <a:rPr lang="en-US" sz="3999">
                <a:latin typeface="Poppins"/>
                <a:ea typeface="Poppins"/>
                <a:cs typeface="Poppins"/>
                <a:sym typeface="Poppins"/>
              </a:rPr>
              <a:t> States</a:t>
            </a:r>
            <a:endParaRPr sz="3999">
              <a:latin typeface="Poppins"/>
              <a:ea typeface="Poppins"/>
              <a:cs typeface="Poppins"/>
              <a:sym typeface="Poppins"/>
            </a:endParaRPr>
          </a:p>
          <a:p>
            <a:pPr indent="0" lvl="0" marL="0" marR="0" rtl="0" algn="l">
              <a:lnSpc>
                <a:spcPct val="160025"/>
              </a:lnSpc>
              <a:spcBef>
                <a:spcPts val="0"/>
              </a:spcBef>
              <a:spcAft>
                <a:spcPts val="0"/>
              </a:spcAft>
              <a:buClr>
                <a:srgbClr val="000000"/>
              </a:buClr>
              <a:buSzPts val="2399"/>
              <a:buFont typeface="Arial"/>
              <a:buNone/>
            </a:pPr>
            <a:r>
              <a:rPr lang="en-US" sz="2800">
                <a:solidFill>
                  <a:srgbClr val="212121"/>
                </a:solidFill>
                <a:latin typeface="Poppins"/>
                <a:ea typeface="Poppins"/>
                <a:cs typeface="Poppins"/>
                <a:sym typeface="Poppins"/>
              </a:rPr>
              <a:t>Typically a "Red" state is a state that leans towards conservative, Republican values. </a:t>
            </a:r>
            <a:r>
              <a:rPr b="1" lang="en-US" sz="2800">
                <a:solidFill>
                  <a:srgbClr val="212121"/>
                </a:solidFill>
                <a:latin typeface="Poppins"/>
                <a:ea typeface="Poppins"/>
                <a:cs typeface="Poppins"/>
                <a:sym typeface="Poppins"/>
              </a:rPr>
              <a:t>Abortion</a:t>
            </a:r>
            <a:r>
              <a:rPr lang="en-US" sz="2800">
                <a:solidFill>
                  <a:srgbClr val="212121"/>
                </a:solidFill>
                <a:latin typeface="Poppins"/>
                <a:ea typeface="Poppins"/>
                <a:cs typeface="Poppins"/>
                <a:sym typeface="Poppins"/>
              </a:rPr>
              <a:t> is generally opposed.</a:t>
            </a:r>
            <a:endParaRPr sz="5599">
              <a:latin typeface="Poppins"/>
              <a:ea typeface="Poppins"/>
              <a:cs typeface="Poppins"/>
              <a:sym typeface="Poppins"/>
            </a:endParaRPr>
          </a:p>
        </p:txBody>
      </p:sp>
      <p:sp>
        <p:nvSpPr>
          <p:cNvPr id="193" name="Google Shape;193;p6"/>
          <p:cNvSpPr txBox="1"/>
          <p:nvPr/>
        </p:nvSpPr>
        <p:spPr>
          <a:xfrm>
            <a:off x="9908450" y="5808445"/>
            <a:ext cx="7006200" cy="3485100"/>
          </a:xfrm>
          <a:prstGeom prst="rect">
            <a:avLst/>
          </a:prstGeom>
          <a:noFill/>
          <a:ln>
            <a:noFill/>
          </a:ln>
        </p:spPr>
        <p:txBody>
          <a:bodyPr anchorCtr="0" anchor="t" bIns="0" lIns="0" spcFirstLastPara="1" rIns="0" wrap="square" tIns="0">
            <a:spAutoFit/>
          </a:bodyPr>
          <a:lstStyle/>
          <a:p>
            <a:pPr indent="457200" lvl="0" marL="1371600" marR="0" rtl="0" algn="l">
              <a:lnSpc>
                <a:spcPct val="160025"/>
              </a:lnSpc>
              <a:spcBef>
                <a:spcPts val="0"/>
              </a:spcBef>
              <a:spcAft>
                <a:spcPts val="0"/>
              </a:spcAft>
              <a:buClr>
                <a:srgbClr val="000000"/>
              </a:buClr>
              <a:buSzPts val="2399"/>
              <a:buFont typeface="Arial"/>
              <a:buNone/>
            </a:pPr>
            <a:r>
              <a:rPr b="1" lang="en-US" sz="3999">
                <a:solidFill>
                  <a:srgbClr val="0000FF"/>
                </a:solidFill>
                <a:latin typeface="Poppins"/>
                <a:ea typeface="Poppins"/>
                <a:cs typeface="Poppins"/>
                <a:sym typeface="Poppins"/>
              </a:rPr>
              <a:t>BLUE</a:t>
            </a:r>
            <a:r>
              <a:rPr lang="en-US" sz="3999">
                <a:solidFill>
                  <a:srgbClr val="0000FF"/>
                </a:solidFill>
                <a:latin typeface="Poppins"/>
                <a:ea typeface="Poppins"/>
                <a:cs typeface="Poppins"/>
                <a:sym typeface="Poppins"/>
              </a:rPr>
              <a:t> </a:t>
            </a:r>
            <a:r>
              <a:rPr lang="en-US" sz="3999">
                <a:latin typeface="Poppins"/>
                <a:ea typeface="Poppins"/>
                <a:cs typeface="Poppins"/>
                <a:sym typeface="Poppins"/>
              </a:rPr>
              <a:t>States</a:t>
            </a:r>
            <a:endParaRPr sz="3999">
              <a:latin typeface="Poppins"/>
              <a:ea typeface="Poppins"/>
              <a:cs typeface="Poppins"/>
              <a:sym typeface="Poppins"/>
            </a:endParaRPr>
          </a:p>
          <a:p>
            <a:pPr indent="0" lvl="0" marL="0" marR="0" rtl="0" algn="l">
              <a:lnSpc>
                <a:spcPct val="160025"/>
              </a:lnSpc>
              <a:spcBef>
                <a:spcPts val="0"/>
              </a:spcBef>
              <a:spcAft>
                <a:spcPts val="0"/>
              </a:spcAft>
              <a:buClr>
                <a:srgbClr val="000000"/>
              </a:buClr>
              <a:buSzPts val="2399"/>
              <a:buFont typeface="Arial"/>
              <a:buNone/>
            </a:pPr>
            <a:r>
              <a:rPr lang="en-US" sz="2800">
                <a:solidFill>
                  <a:srgbClr val="212121"/>
                </a:solidFill>
                <a:latin typeface="Poppins"/>
                <a:ea typeface="Poppins"/>
                <a:cs typeface="Poppins"/>
                <a:sym typeface="Poppins"/>
              </a:rPr>
              <a:t>Typically a "Blue" state is a state that leans towards liberal, Democratic values. </a:t>
            </a:r>
            <a:r>
              <a:rPr b="1" lang="en-US" sz="2800">
                <a:solidFill>
                  <a:srgbClr val="212121"/>
                </a:solidFill>
                <a:latin typeface="Poppins"/>
                <a:ea typeface="Poppins"/>
                <a:cs typeface="Poppins"/>
                <a:sym typeface="Poppins"/>
              </a:rPr>
              <a:t>Abortion</a:t>
            </a:r>
            <a:r>
              <a:rPr lang="en-US" sz="2800">
                <a:solidFill>
                  <a:srgbClr val="212121"/>
                </a:solidFill>
                <a:latin typeface="Poppins"/>
                <a:ea typeface="Poppins"/>
                <a:cs typeface="Poppins"/>
                <a:sym typeface="Poppins"/>
              </a:rPr>
              <a:t> is generally supported.</a:t>
            </a:r>
            <a:endParaRPr sz="5599">
              <a:latin typeface="Poppins"/>
              <a:ea typeface="Poppins"/>
              <a:cs typeface="Poppins"/>
              <a:sym typeface="Poppins"/>
            </a:endParaRPr>
          </a:p>
        </p:txBody>
      </p:sp>
      <p:pic>
        <p:nvPicPr>
          <p:cNvPr id="194" name="Google Shape;194;p6"/>
          <p:cNvPicPr preferRelativeResize="0"/>
          <p:nvPr/>
        </p:nvPicPr>
        <p:blipFill>
          <a:blip r:embed="rId3">
            <a:alphaModFix/>
          </a:blip>
          <a:stretch>
            <a:fillRect/>
          </a:stretch>
        </p:blipFill>
        <p:spPr>
          <a:xfrm>
            <a:off x="10003050" y="5182092"/>
            <a:ext cx="1498675" cy="1196633"/>
          </a:xfrm>
          <a:prstGeom prst="rect">
            <a:avLst/>
          </a:prstGeom>
          <a:noFill/>
          <a:ln>
            <a:noFill/>
          </a:ln>
        </p:spPr>
      </p:pic>
      <p:pic>
        <p:nvPicPr>
          <p:cNvPr id="195" name="Google Shape;195;p6"/>
          <p:cNvPicPr preferRelativeResize="0"/>
          <p:nvPr/>
        </p:nvPicPr>
        <p:blipFill>
          <a:blip r:embed="rId4">
            <a:alphaModFix/>
          </a:blip>
          <a:stretch>
            <a:fillRect/>
          </a:stretch>
        </p:blipFill>
        <p:spPr>
          <a:xfrm>
            <a:off x="10060700" y="521850"/>
            <a:ext cx="1383375" cy="14477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199" name="Shape 199"/>
        <p:cNvGrpSpPr/>
        <p:nvPr/>
      </p:nvGrpSpPr>
      <p:grpSpPr>
        <a:xfrm>
          <a:off x="0" y="0"/>
          <a:ext cx="0" cy="0"/>
          <a:chOff x="0" y="0"/>
          <a:chExt cx="0" cy="0"/>
        </a:xfrm>
      </p:grpSpPr>
      <p:sp>
        <p:nvSpPr>
          <p:cNvPr id="200" name="Google Shape;200;g13ab030bdf3_0_53"/>
          <p:cNvSpPr txBox="1"/>
          <p:nvPr/>
        </p:nvSpPr>
        <p:spPr>
          <a:xfrm>
            <a:off x="6041055" y="2724281"/>
            <a:ext cx="6012600" cy="1167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883"/>
              <a:buFont typeface="Arial"/>
              <a:buNone/>
            </a:pPr>
            <a:r>
              <a:rPr b="1" lang="en-US" sz="7583">
                <a:latin typeface="Bebas Neue"/>
                <a:ea typeface="Bebas Neue"/>
                <a:cs typeface="Bebas Neue"/>
                <a:sym typeface="Bebas Neue"/>
              </a:rPr>
              <a:t>Key ATTRIBUTes</a:t>
            </a:r>
            <a:endParaRPr b="0" i="0" sz="100" u="none" cap="none" strike="noStrike">
              <a:solidFill>
                <a:srgbClr val="000000"/>
              </a:solidFill>
              <a:latin typeface="Arial"/>
              <a:ea typeface="Arial"/>
              <a:cs typeface="Arial"/>
              <a:sym typeface="Arial"/>
            </a:endParaRPr>
          </a:p>
        </p:txBody>
      </p:sp>
      <p:sp>
        <p:nvSpPr>
          <p:cNvPr id="201" name="Google Shape;201;g13ab030bdf3_0_53"/>
          <p:cNvSpPr txBox="1"/>
          <p:nvPr/>
        </p:nvSpPr>
        <p:spPr>
          <a:xfrm>
            <a:off x="728750" y="544800"/>
            <a:ext cx="15914700" cy="145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968"/>
              <a:buFont typeface="Arial"/>
              <a:buNone/>
            </a:pPr>
            <a:r>
              <a:rPr b="1" lang="en-US" sz="5368">
                <a:solidFill>
                  <a:schemeClr val="dk1"/>
                </a:solidFill>
                <a:latin typeface="Bebas Neue"/>
                <a:ea typeface="Bebas Neue"/>
                <a:cs typeface="Bebas Neue"/>
                <a:sym typeface="Bebas Neue"/>
              </a:rPr>
              <a:t>Hypothesis</a:t>
            </a:r>
            <a:r>
              <a:rPr b="1" lang="en-US" sz="4868">
                <a:solidFill>
                  <a:schemeClr val="dk1"/>
                </a:solidFill>
              </a:rPr>
              <a:t>:</a:t>
            </a:r>
            <a:r>
              <a:rPr lang="en-US" sz="4868">
                <a:solidFill>
                  <a:schemeClr val="dk1"/>
                </a:solidFill>
              </a:rPr>
              <a:t> </a:t>
            </a:r>
            <a:r>
              <a:rPr lang="en-US" sz="4068">
                <a:solidFill>
                  <a:schemeClr val="dk1"/>
                </a:solidFill>
                <a:latin typeface="Poppins"/>
                <a:ea typeface="Poppins"/>
                <a:cs typeface="Poppins"/>
                <a:sym typeface="Poppins"/>
              </a:rPr>
              <a:t>Abortion rates will be lower in red states due to state laws that limit abortion.</a:t>
            </a:r>
            <a:endParaRPr i="0" sz="200" u="none" cap="none" strike="noStrike">
              <a:solidFill>
                <a:schemeClr val="dk1"/>
              </a:solidFill>
              <a:latin typeface="Poppins"/>
              <a:ea typeface="Poppins"/>
              <a:cs typeface="Poppins"/>
              <a:sym typeface="Poppins"/>
            </a:endParaRPr>
          </a:p>
        </p:txBody>
      </p:sp>
      <p:grpSp>
        <p:nvGrpSpPr>
          <p:cNvPr id="202" name="Google Shape;202;g13ab030bdf3_0_53"/>
          <p:cNvGrpSpPr/>
          <p:nvPr/>
        </p:nvGrpSpPr>
        <p:grpSpPr>
          <a:xfrm>
            <a:off x="6637827" y="4369452"/>
            <a:ext cx="5012347" cy="781940"/>
            <a:chOff x="0" y="0"/>
            <a:chExt cx="6609979" cy="1031175"/>
          </a:xfrm>
        </p:grpSpPr>
        <p:sp>
          <p:nvSpPr>
            <p:cNvPr id="203" name="Google Shape;203;g13ab030bdf3_0_53"/>
            <p:cNvSpPr/>
            <p:nvPr/>
          </p:nvSpPr>
          <p:spPr>
            <a:xfrm>
              <a:off x="31750" y="31750"/>
              <a:ext cx="6546479" cy="967675"/>
            </a:xfrm>
            <a:custGeom>
              <a:rect b="b" l="l" r="r" t="t"/>
              <a:pathLst>
                <a:path extrusionOk="0" h="967675" w="6546479">
                  <a:moveTo>
                    <a:pt x="6453770" y="967675"/>
                  </a:moveTo>
                  <a:lnTo>
                    <a:pt x="92710" y="967675"/>
                  </a:lnTo>
                  <a:cubicBezTo>
                    <a:pt x="41910" y="967675"/>
                    <a:pt x="0" y="925765"/>
                    <a:pt x="0" y="874965"/>
                  </a:cubicBezTo>
                  <a:lnTo>
                    <a:pt x="0" y="92710"/>
                  </a:lnTo>
                  <a:cubicBezTo>
                    <a:pt x="0" y="41910"/>
                    <a:pt x="41910" y="0"/>
                    <a:pt x="92710" y="0"/>
                  </a:cubicBezTo>
                  <a:lnTo>
                    <a:pt x="6452500" y="0"/>
                  </a:lnTo>
                  <a:cubicBezTo>
                    <a:pt x="6503300" y="0"/>
                    <a:pt x="6545210" y="41910"/>
                    <a:pt x="6545210" y="92710"/>
                  </a:cubicBezTo>
                  <a:lnTo>
                    <a:pt x="6545210" y="873695"/>
                  </a:lnTo>
                  <a:cubicBezTo>
                    <a:pt x="6546479" y="925765"/>
                    <a:pt x="6504570" y="967675"/>
                    <a:pt x="6453770" y="967675"/>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g13ab030bdf3_0_53"/>
            <p:cNvSpPr/>
            <p:nvPr/>
          </p:nvSpPr>
          <p:spPr>
            <a:xfrm>
              <a:off x="0" y="0"/>
              <a:ext cx="6609979" cy="1031175"/>
            </a:xfrm>
            <a:custGeom>
              <a:rect b="b" l="l" r="r" t="t"/>
              <a:pathLst>
                <a:path extrusionOk="0" h="1031175" w="6609979">
                  <a:moveTo>
                    <a:pt x="6485520" y="59690"/>
                  </a:moveTo>
                  <a:cubicBezTo>
                    <a:pt x="6521079" y="59690"/>
                    <a:pt x="6550289" y="88900"/>
                    <a:pt x="6550289" y="124460"/>
                  </a:cubicBezTo>
                  <a:lnTo>
                    <a:pt x="6550289" y="906715"/>
                  </a:lnTo>
                  <a:cubicBezTo>
                    <a:pt x="6550289" y="942275"/>
                    <a:pt x="6521079" y="971485"/>
                    <a:pt x="6485520" y="971485"/>
                  </a:cubicBezTo>
                  <a:lnTo>
                    <a:pt x="124460" y="971485"/>
                  </a:lnTo>
                  <a:cubicBezTo>
                    <a:pt x="88900" y="971485"/>
                    <a:pt x="59690" y="942275"/>
                    <a:pt x="59690" y="906715"/>
                  </a:cubicBezTo>
                  <a:lnTo>
                    <a:pt x="59690" y="124460"/>
                  </a:lnTo>
                  <a:cubicBezTo>
                    <a:pt x="59690" y="88900"/>
                    <a:pt x="88900" y="59690"/>
                    <a:pt x="124460" y="59690"/>
                  </a:cubicBezTo>
                  <a:lnTo>
                    <a:pt x="6485520" y="59690"/>
                  </a:lnTo>
                  <a:moveTo>
                    <a:pt x="6485520" y="0"/>
                  </a:moveTo>
                  <a:lnTo>
                    <a:pt x="124460" y="0"/>
                  </a:lnTo>
                  <a:cubicBezTo>
                    <a:pt x="55880" y="0"/>
                    <a:pt x="0" y="55880"/>
                    <a:pt x="0" y="124460"/>
                  </a:cubicBezTo>
                  <a:lnTo>
                    <a:pt x="0" y="906715"/>
                  </a:lnTo>
                  <a:cubicBezTo>
                    <a:pt x="0" y="975295"/>
                    <a:pt x="55880" y="1031175"/>
                    <a:pt x="124460" y="1031175"/>
                  </a:cubicBezTo>
                  <a:lnTo>
                    <a:pt x="6485520" y="1031175"/>
                  </a:lnTo>
                  <a:cubicBezTo>
                    <a:pt x="6554100" y="1031175"/>
                    <a:pt x="6609979" y="975295"/>
                    <a:pt x="6609979" y="906715"/>
                  </a:cubicBezTo>
                  <a:lnTo>
                    <a:pt x="6609979" y="124460"/>
                  </a:lnTo>
                  <a:cubicBezTo>
                    <a:pt x="6609979" y="55880"/>
                    <a:pt x="6554100" y="0"/>
                    <a:pt x="648552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 name="Google Shape;205;g13ab030bdf3_0_53"/>
          <p:cNvGrpSpPr/>
          <p:nvPr/>
        </p:nvGrpSpPr>
        <p:grpSpPr>
          <a:xfrm>
            <a:off x="6637827" y="7258935"/>
            <a:ext cx="5012347" cy="781940"/>
            <a:chOff x="0" y="0"/>
            <a:chExt cx="6609979" cy="1031175"/>
          </a:xfrm>
        </p:grpSpPr>
        <p:sp>
          <p:nvSpPr>
            <p:cNvPr id="206" name="Google Shape;206;g13ab030bdf3_0_53"/>
            <p:cNvSpPr/>
            <p:nvPr/>
          </p:nvSpPr>
          <p:spPr>
            <a:xfrm>
              <a:off x="31750" y="31750"/>
              <a:ext cx="6546479" cy="967675"/>
            </a:xfrm>
            <a:custGeom>
              <a:rect b="b" l="l" r="r" t="t"/>
              <a:pathLst>
                <a:path extrusionOk="0" h="967675" w="6546479">
                  <a:moveTo>
                    <a:pt x="6453770" y="967675"/>
                  </a:moveTo>
                  <a:lnTo>
                    <a:pt x="92710" y="967675"/>
                  </a:lnTo>
                  <a:cubicBezTo>
                    <a:pt x="41910" y="967675"/>
                    <a:pt x="0" y="925765"/>
                    <a:pt x="0" y="874965"/>
                  </a:cubicBezTo>
                  <a:lnTo>
                    <a:pt x="0" y="92710"/>
                  </a:lnTo>
                  <a:cubicBezTo>
                    <a:pt x="0" y="41910"/>
                    <a:pt x="41910" y="0"/>
                    <a:pt x="92710" y="0"/>
                  </a:cubicBezTo>
                  <a:lnTo>
                    <a:pt x="6452500" y="0"/>
                  </a:lnTo>
                  <a:cubicBezTo>
                    <a:pt x="6503300" y="0"/>
                    <a:pt x="6545210" y="41910"/>
                    <a:pt x="6545210" y="92710"/>
                  </a:cubicBezTo>
                  <a:lnTo>
                    <a:pt x="6545210" y="873695"/>
                  </a:lnTo>
                  <a:cubicBezTo>
                    <a:pt x="6546479" y="925765"/>
                    <a:pt x="6504570" y="967675"/>
                    <a:pt x="6453770" y="967675"/>
                  </a:cubicBezTo>
                  <a:close/>
                </a:path>
              </a:pathLst>
            </a:custGeom>
            <a:solidFill>
              <a:srgbClr val="B916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13ab030bdf3_0_53"/>
            <p:cNvSpPr/>
            <p:nvPr/>
          </p:nvSpPr>
          <p:spPr>
            <a:xfrm>
              <a:off x="0" y="0"/>
              <a:ext cx="6609979" cy="1031175"/>
            </a:xfrm>
            <a:custGeom>
              <a:rect b="b" l="l" r="r" t="t"/>
              <a:pathLst>
                <a:path extrusionOk="0" h="1031175" w="6609979">
                  <a:moveTo>
                    <a:pt x="6485520" y="59690"/>
                  </a:moveTo>
                  <a:cubicBezTo>
                    <a:pt x="6521079" y="59690"/>
                    <a:pt x="6550289" y="88900"/>
                    <a:pt x="6550289" y="124460"/>
                  </a:cubicBezTo>
                  <a:lnTo>
                    <a:pt x="6550289" y="906715"/>
                  </a:lnTo>
                  <a:cubicBezTo>
                    <a:pt x="6550289" y="942275"/>
                    <a:pt x="6521079" y="971485"/>
                    <a:pt x="6485520" y="971485"/>
                  </a:cubicBezTo>
                  <a:lnTo>
                    <a:pt x="124460" y="971485"/>
                  </a:lnTo>
                  <a:cubicBezTo>
                    <a:pt x="88900" y="971485"/>
                    <a:pt x="59690" y="942275"/>
                    <a:pt x="59690" y="906715"/>
                  </a:cubicBezTo>
                  <a:lnTo>
                    <a:pt x="59690" y="124460"/>
                  </a:lnTo>
                  <a:cubicBezTo>
                    <a:pt x="59690" y="88900"/>
                    <a:pt x="88900" y="59690"/>
                    <a:pt x="124460" y="59690"/>
                  </a:cubicBezTo>
                  <a:lnTo>
                    <a:pt x="6485520" y="59690"/>
                  </a:lnTo>
                  <a:moveTo>
                    <a:pt x="6485520" y="0"/>
                  </a:moveTo>
                  <a:lnTo>
                    <a:pt x="124460" y="0"/>
                  </a:lnTo>
                  <a:cubicBezTo>
                    <a:pt x="55880" y="0"/>
                    <a:pt x="0" y="55880"/>
                    <a:pt x="0" y="124460"/>
                  </a:cubicBezTo>
                  <a:lnTo>
                    <a:pt x="0" y="906715"/>
                  </a:lnTo>
                  <a:cubicBezTo>
                    <a:pt x="0" y="975295"/>
                    <a:pt x="55880" y="1031175"/>
                    <a:pt x="124460" y="1031175"/>
                  </a:cubicBezTo>
                  <a:lnTo>
                    <a:pt x="6485520" y="1031175"/>
                  </a:lnTo>
                  <a:cubicBezTo>
                    <a:pt x="6554100" y="1031175"/>
                    <a:pt x="6609979" y="975295"/>
                    <a:pt x="6609979" y="906715"/>
                  </a:cubicBezTo>
                  <a:lnTo>
                    <a:pt x="6609979" y="124460"/>
                  </a:lnTo>
                  <a:cubicBezTo>
                    <a:pt x="6609979" y="55880"/>
                    <a:pt x="6554100" y="0"/>
                    <a:pt x="648552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8" name="Google Shape;208;g13ab030bdf3_0_53"/>
          <p:cNvGrpSpPr/>
          <p:nvPr/>
        </p:nvGrpSpPr>
        <p:grpSpPr>
          <a:xfrm>
            <a:off x="1028669" y="4369465"/>
            <a:ext cx="5012347" cy="781940"/>
            <a:chOff x="0" y="0"/>
            <a:chExt cx="6609979" cy="1031175"/>
          </a:xfrm>
        </p:grpSpPr>
        <p:sp>
          <p:nvSpPr>
            <p:cNvPr id="209" name="Google Shape;209;g13ab030bdf3_0_53"/>
            <p:cNvSpPr/>
            <p:nvPr/>
          </p:nvSpPr>
          <p:spPr>
            <a:xfrm>
              <a:off x="31750" y="31750"/>
              <a:ext cx="6546479" cy="967675"/>
            </a:xfrm>
            <a:custGeom>
              <a:rect b="b" l="l" r="r" t="t"/>
              <a:pathLst>
                <a:path extrusionOk="0" h="967675" w="6546479">
                  <a:moveTo>
                    <a:pt x="6453770" y="967675"/>
                  </a:moveTo>
                  <a:lnTo>
                    <a:pt x="92710" y="967675"/>
                  </a:lnTo>
                  <a:cubicBezTo>
                    <a:pt x="41910" y="967675"/>
                    <a:pt x="0" y="925765"/>
                    <a:pt x="0" y="874965"/>
                  </a:cubicBezTo>
                  <a:lnTo>
                    <a:pt x="0" y="92710"/>
                  </a:lnTo>
                  <a:cubicBezTo>
                    <a:pt x="0" y="41910"/>
                    <a:pt x="41910" y="0"/>
                    <a:pt x="92710" y="0"/>
                  </a:cubicBezTo>
                  <a:lnTo>
                    <a:pt x="6452500" y="0"/>
                  </a:lnTo>
                  <a:cubicBezTo>
                    <a:pt x="6503300" y="0"/>
                    <a:pt x="6545210" y="41910"/>
                    <a:pt x="6545210" y="92710"/>
                  </a:cubicBezTo>
                  <a:lnTo>
                    <a:pt x="6545210" y="873695"/>
                  </a:lnTo>
                  <a:cubicBezTo>
                    <a:pt x="6546479" y="925765"/>
                    <a:pt x="6504570" y="967675"/>
                    <a:pt x="6453770" y="967675"/>
                  </a:cubicBezTo>
                  <a:close/>
                </a:path>
              </a:pathLst>
            </a:custGeom>
            <a:solidFill>
              <a:srgbClr val="B916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13ab030bdf3_0_53"/>
            <p:cNvSpPr/>
            <p:nvPr/>
          </p:nvSpPr>
          <p:spPr>
            <a:xfrm>
              <a:off x="0" y="0"/>
              <a:ext cx="6609979" cy="1031175"/>
            </a:xfrm>
            <a:custGeom>
              <a:rect b="b" l="l" r="r" t="t"/>
              <a:pathLst>
                <a:path extrusionOk="0" h="1031175" w="6609979">
                  <a:moveTo>
                    <a:pt x="6485520" y="59690"/>
                  </a:moveTo>
                  <a:cubicBezTo>
                    <a:pt x="6521079" y="59690"/>
                    <a:pt x="6550289" y="88900"/>
                    <a:pt x="6550289" y="124460"/>
                  </a:cubicBezTo>
                  <a:lnTo>
                    <a:pt x="6550289" y="906715"/>
                  </a:lnTo>
                  <a:cubicBezTo>
                    <a:pt x="6550289" y="942275"/>
                    <a:pt x="6521079" y="971485"/>
                    <a:pt x="6485520" y="971485"/>
                  </a:cubicBezTo>
                  <a:lnTo>
                    <a:pt x="124460" y="971485"/>
                  </a:lnTo>
                  <a:cubicBezTo>
                    <a:pt x="88900" y="971485"/>
                    <a:pt x="59690" y="942275"/>
                    <a:pt x="59690" y="906715"/>
                  </a:cubicBezTo>
                  <a:lnTo>
                    <a:pt x="59690" y="124460"/>
                  </a:lnTo>
                  <a:cubicBezTo>
                    <a:pt x="59690" y="88900"/>
                    <a:pt x="88900" y="59690"/>
                    <a:pt x="124460" y="59690"/>
                  </a:cubicBezTo>
                  <a:lnTo>
                    <a:pt x="6485520" y="59690"/>
                  </a:lnTo>
                  <a:moveTo>
                    <a:pt x="6485520" y="0"/>
                  </a:moveTo>
                  <a:lnTo>
                    <a:pt x="124460" y="0"/>
                  </a:lnTo>
                  <a:cubicBezTo>
                    <a:pt x="55880" y="0"/>
                    <a:pt x="0" y="55880"/>
                    <a:pt x="0" y="124460"/>
                  </a:cubicBezTo>
                  <a:lnTo>
                    <a:pt x="0" y="906715"/>
                  </a:lnTo>
                  <a:cubicBezTo>
                    <a:pt x="0" y="975295"/>
                    <a:pt x="55880" y="1031175"/>
                    <a:pt x="124460" y="1031175"/>
                  </a:cubicBezTo>
                  <a:lnTo>
                    <a:pt x="6485520" y="1031175"/>
                  </a:lnTo>
                  <a:cubicBezTo>
                    <a:pt x="6554100" y="1031175"/>
                    <a:pt x="6609979" y="975295"/>
                    <a:pt x="6609979" y="906715"/>
                  </a:cubicBezTo>
                  <a:lnTo>
                    <a:pt x="6609979" y="124460"/>
                  </a:lnTo>
                  <a:cubicBezTo>
                    <a:pt x="6609979" y="55880"/>
                    <a:pt x="6554100" y="0"/>
                    <a:pt x="648552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1" name="Google Shape;211;g13ab030bdf3_0_53"/>
          <p:cNvGrpSpPr/>
          <p:nvPr/>
        </p:nvGrpSpPr>
        <p:grpSpPr>
          <a:xfrm>
            <a:off x="1028669" y="7353810"/>
            <a:ext cx="5012347" cy="781940"/>
            <a:chOff x="0" y="0"/>
            <a:chExt cx="6609979" cy="1031175"/>
          </a:xfrm>
        </p:grpSpPr>
        <p:sp>
          <p:nvSpPr>
            <p:cNvPr id="212" name="Google Shape;212;g13ab030bdf3_0_53"/>
            <p:cNvSpPr/>
            <p:nvPr/>
          </p:nvSpPr>
          <p:spPr>
            <a:xfrm>
              <a:off x="31750" y="31750"/>
              <a:ext cx="6546479" cy="967675"/>
            </a:xfrm>
            <a:custGeom>
              <a:rect b="b" l="l" r="r" t="t"/>
              <a:pathLst>
                <a:path extrusionOk="0" h="967675" w="6546479">
                  <a:moveTo>
                    <a:pt x="6453770" y="967675"/>
                  </a:moveTo>
                  <a:lnTo>
                    <a:pt x="92710" y="967675"/>
                  </a:lnTo>
                  <a:cubicBezTo>
                    <a:pt x="41910" y="967675"/>
                    <a:pt x="0" y="925765"/>
                    <a:pt x="0" y="874965"/>
                  </a:cubicBezTo>
                  <a:lnTo>
                    <a:pt x="0" y="92710"/>
                  </a:lnTo>
                  <a:cubicBezTo>
                    <a:pt x="0" y="41910"/>
                    <a:pt x="41910" y="0"/>
                    <a:pt x="92710" y="0"/>
                  </a:cubicBezTo>
                  <a:lnTo>
                    <a:pt x="6452500" y="0"/>
                  </a:lnTo>
                  <a:cubicBezTo>
                    <a:pt x="6503300" y="0"/>
                    <a:pt x="6545210" y="41910"/>
                    <a:pt x="6545210" y="92710"/>
                  </a:cubicBezTo>
                  <a:lnTo>
                    <a:pt x="6545210" y="873695"/>
                  </a:lnTo>
                  <a:cubicBezTo>
                    <a:pt x="6546479" y="925765"/>
                    <a:pt x="6504570" y="967675"/>
                    <a:pt x="6453770" y="967675"/>
                  </a:cubicBezTo>
                  <a:close/>
                </a:path>
              </a:pathLst>
            </a:custGeom>
            <a:solidFill>
              <a:srgbClr val="F9C04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13ab030bdf3_0_53"/>
            <p:cNvSpPr/>
            <p:nvPr/>
          </p:nvSpPr>
          <p:spPr>
            <a:xfrm>
              <a:off x="0" y="0"/>
              <a:ext cx="6609979" cy="1031175"/>
            </a:xfrm>
            <a:custGeom>
              <a:rect b="b" l="l" r="r" t="t"/>
              <a:pathLst>
                <a:path extrusionOk="0" h="1031175" w="6609979">
                  <a:moveTo>
                    <a:pt x="6485520" y="59690"/>
                  </a:moveTo>
                  <a:cubicBezTo>
                    <a:pt x="6521079" y="59690"/>
                    <a:pt x="6550289" y="88900"/>
                    <a:pt x="6550289" y="124460"/>
                  </a:cubicBezTo>
                  <a:lnTo>
                    <a:pt x="6550289" y="906715"/>
                  </a:lnTo>
                  <a:cubicBezTo>
                    <a:pt x="6550289" y="942275"/>
                    <a:pt x="6521079" y="971485"/>
                    <a:pt x="6485520" y="971485"/>
                  </a:cubicBezTo>
                  <a:lnTo>
                    <a:pt x="124460" y="971485"/>
                  </a:lnTo>
                  <a:cubicBezTo>
                    <a:pt x="88900" y="971485"/>
                    <a:pt x="59690" y="942275"/>
                    <a:pt x="59690" y="906715"/>
                  </a:cubicBezTo>
                  <a:lnTo>
                    <a:pt x="59690" y="124460"/>
                  </a:lnTo>
                  <a:cubicBezTo>
                    <a:pt x="59690" y="88900"/>
                    <a:pt x="88900" y="59690"/>
                    <a:pt x="124460" y="59690"/>
                  </a:cubicBezTo>
                  <a:lnTo>
                    <a:pt x="6485520" y="59690"/>
                  </a:lnTo>
                  <a:moveTo>
                    <a:pt x="6485520" y="0"/>
                  </a:moveTo>
                  <a:lnTo>
                    <a:pt x="124460" y="0"/>
                  </a:lnTo>
                  <a:cubicBezTo>
                    <a:pt x="55880" y="0"/>
                    <a:pt x="0" y="55880"/>
                    <a:pt x="0" y="124460"/>
                  </a:cubicBezTo>
                  <a:lnTo>
                    <a:pt x="0" y="906715"/>
                  </a:lnTo>
                  <a:cubicBezTo>
                    <a:pt x="0" y="975295"/>
                    <a:pt x="55880" y="1031175"/>
                    <a:pt x="124460" y="1031175"/>
                  </a:cubicBezTo>
                  <a:lnTo>
                    <a:pt x="6485520" y="1031175"/>
                  </a:lnTo>
                  <a:cubicBezTo>
                    <a:pt x="6554100" y="1031175"/>
                    <a:pt x="6609979" y="975295"/>
                    <a:pt x="6609979" y="906715"/>
                  </a:cubicBezTo>
                  <a:lnTo>
                    <a:pt x="6609979" y="124460"/>
                  </a:lnTo>
                  <a:cubicBezTo>
                    <a:pt x="6609979" y="55880"/>
                    <a:pt x="6554100" y="0"/>
                    <a:pt x="648552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 name="Google Shape;214;g13ab030bdf3_0_53"/>
          <p:cNvGrpSpPr/>
          <p:nvPr/>
        </p:nvGrpSpPr>
        <p:grpSpPr>
          <a:xfrm>
            <a:off x="12246984" y="4369452"/>
            <a:ext cx="5012347" cy="781940"/>
            <a:chOff x="0" y="0"/>
            <a:chExt cx="6609979" cy="1031175"/>
          </a:xfrm>
        </p:grpSpPr>
        <p:sp>
          <p:nvSpPr>
            <p:cNvPr id="215" name="Google Shape;215;g13ab030bdf3_0_53"/>
            <p:cNvSpPr/>
            <p:nvPr/>
          </p:nvSpPr>
          <p:spPr>
            <a:xfrm>
              <a:off x="31750" y="31750"/>
              <a:ext cx="6546479" cy="967675"/>
            </a:xfrm>
            <a:custGeom>
              <a:rect b="b" l="l" r="r" t="t"/>
              <a:pathLst>
                <a:path extrusionOk="0" h="967675" w="6546479">
                  <a:moveTo>
                    <a:pt x="6453770" y="967675"/>
                  </a:moveTo>
                  <a:lnTo>
                    <a:pt x="92710" y="967675"/>
                  </a:lnTo>
                  <a:cubicBezTo>
                    <a:pt x="41910" y="967675"/>
                    <a:pt x="0" y="925765"/>
                    <a:pt x="0" y="874965"/>
                  </a:cubicBezTo>
                  <a:lnTo>
                    <a:pt x="0" y="92710"/>
                  </a:lnTo>
                  <a:cubicBezTo>
                    <a:pt x="0" y="41910"/>
                    <a:pt x="41910" y="0"/>
                    <a:pt x="92710" y="0"/>
                  </a:cubicBezTo>
                  <a:lnTo>
                    <a:pt x="6452500" y="0"/>
                  </a:lnTo>
                  <a:cubicBezTo>
                    <a:pt x="6503300" y="0"/>
                    <a:pt x="6545210" y="41910"/>
                    <a:pt x="6545210" y="92710"/>
                  </a:cubicBezTo>
                  <a:lnTo>
                    <a:pt x="6545210" y="873695"/>
                  </a:lnTo>
                  <a:cubicBezTo>
                    <a:pt x="6546479" y="925765"/>
                    <a:pt x="6504570" y="967675"/>
                    <a:pt x="6453770" y="967675"/>
                  </a:cubicBezTo>
                  <a:close/>
                </a:path>
              </a:pathLst>
            </a:custGeom>
            <a:solidFill>
              <a:srgbClr val="F9C04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13ab030bdf3_0_53"/>
            <p:cNvSpPr/>
            <p:nvPr/>
          </p:nvSpPr>
          <p:spPr>
            <a:xfrm>
              <a:off x="0" y="0"/>
              <a:ext cx="6609979" cy="1031175"/>
            </a:xfrm>
            <a:custGeom>
              <a:rect b="b" l="l" r="r" t="t"/>
              <a:pathLst>
                <a:path extrusionOk="0" h="1031175" w="6609979">
                  <a:moveTo>
                    <a:pt x="6485520" y="59690"/>
                  </a:moveTo>
                  <a:cubicBezTo>
                    <a:pt x="6521079" y="59690"/>
                    <a:pt x="6550289" y="88900"/>
                    <a:pt x="6550289" y="124460"/>
                  </a:cubicBezTo>
                  <a:lnTo>
                    <a:pt x="6550289" y="906715"/>
                  </a:lnTo>
                  <a:cubicBezTo>
                    <a:pt x="6550289" y="942275"/>
                    <a:pt x="6521079" y="971485"/>
                    <a:pt x="6485520" y="971485"/>
                  </a:cubicBezTo>
                  <a:lnTo>
                    <a:pt x="124460" y="971485"/>
                  </a:lnTo>
                  <a:cubicBezTo>
                    <a:pt x="88900" y="971485"/>
                    <a:pt x="59690" y="942275"/>
                    <a:pt x="59690" y="906715"/>
                  </a:cubicBezTo>
                  <a:lnTo>
                    <a:pt x="59690" y="124460"/>
                  </a:lnTo>
                  <a:cubicBezTo>
                    <a:pt x="59690" y="88900"/>
                    <a:pt x="88900" y="59690"/>
                    <a:pt x="124460" y="59690"/>
                  </a:cubicBezTo>
                  <a:lnTo>
                    <a:pt x="6485520" y="59690"/>
                  </a:lnTo>
                  <a:moveTo>
                    <a:pt x="6485520" y="0"/>
                  </a:moveTo>
                  <a:lnTo>
                    <a:pt x="124460" y="0"/>
                  </a:lnTo>
                  <a:cubicBezTo>
                    <a:pt x="55880" y="0"/>
                    <a:pt x="0" y="55880"/>
                    <a:pt x="0" y="124460"/>
                  </a:cubicBezTo>
                  <a:lnTo>
                    <a:pt x="0" y="906715"/>
                  </a:lnTo>
                  <a:cubicBezTo>
                    <a:pt x="0" y="975295"/>
                    <a:pt x="55880" y="1031175"/>
                    <a:pt x="124460" y="1031175"/>
                  </a:cubicBezTo>
                  <a:lnTo>
                    <a:pt x="6485520" y="1031175"/>
                  </a:lnTo>
                  <a:cubicBezTo>
                    <a:pt x="6554100" y="1031175"/>
                    <a:pt x="6609979" y="975295"/>
                    <a:pt x="6609979" y="906715"/>
                  </a:cubicBezTo>
                  <a:lnTo>
                    <a:pt x="6609979" y="124460"/>
                  </a:lnTo>
                  <a:cubicBezTo>
                    <a:pt x="6609979" y="55880"/>
                    <a:pt x="6554100" y="0"/>
                    <a:pt x="648552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7" name="Google Shape;217;g13ab030bdf3_0_53"/>
          <p:cNvSpPr txBox="1"/>
          <p:nvPr/>
        </p:nvSpPr>
        <p:spPr>
          <a:xfrm>
            <a:off x="1476850" y="4514138"/>
            <a:ext cx="4116000" cy="492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200"/>
              <a:buFont typeface="Arial"/>
              <a:buNone/>
            </a:pPr>
            <a:r>
              <a:rPr b="1" lang="en-US" sz="3200">
                <a:solidFill>
                  <a:srgbClr val="FBF3E4"/>
                </a:solidFill>
                <a:latin typeface="Bebas Neue"/>
                <a:ea typeface="Bebas Neue"/>
                <a:cs typeface="Bebas Neue"/>
                <a:sym typeface="Bebas Neue"/>
              </a:rPr>
              <a:t>PreGnANCY RATEs</a:t>
            </a:r>
            <a:endParaRPr b="0" i="0" sz="1400" u="none" cap="none" strike="noStrike">
              <a:solidFill>
                <a:srgbClr val="000000"/>
              </a:solidFill>
              <a:latin typeface="Arial"/>
              <a:ea typeface="Arial"/>
              <a:cs typeface="Arial"/>
              <a:sym typeface="Arial"/>
            </a:endParaRPr>
          </a:p>
        </p:txBody>
      </p:sp>
      <p:sp>
        <p:nvSpPr>
          <p:cNvPr id="218" name="Google Shape;218;g13ab030bdf3_0_53"/>
          <p:cNvSpPr txBox="1"/>
          <p:nvPr/>
        </p:nvSpPr>
        <p:spPr>
          <a:xfrm>
            <a:off x="1635400" y="7498471"/>
            <a:ext cx="3798900" cy="492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200"/>
              <a:buFont typeface="Arial"/>
              <a:buNone/>
            </a:pPr>
            <a:r>
              <a:rPr b="1" lang="en-US" sz="3200">
                <a:latin typeface="Bebas Neue"/>
                <a:ea typeface="Bebas Neue"/>
                <a:cs typeface="Bebas Neue"/>
                <a:sym typeface="Bebas Neue"/>
              </a:rPr>
              <a:t>STATE</a:t>
            </a:r>
            <a:endParaRPr b="0" i="0" sz="1400" u="none" cap="none" strike="noStrike">
              <a:solidFill>
                <a:srgbClr val="000000"/>
              </a:solidFill>
              <a:latin typeface="Arial"/>
              <a:ea typeface="Arial"/>
              <a:cs typeface="Arial"/>
              <a:sym typeface="Arial"/>
            </a:endParaRPr>
          </a:p>
        </p:txBody>
      </p:sp>
      <p:sp>
        <p:nvSpPr>
          <p:cNvPr id="219" name="Google Shape;219;g13ab030bdf3_0_53"/>
          <p:cNvSpPr txBox="1"/>
          <p:nvPr/>
        </p:nvSpPr>
        <p:spPr>
          <a:xfrm>
            <a:off x="6979499" y="4514113"/>
            <a:ext cx="4329000" cy="492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200"/>
              <a:buFont typeface="Arial"/>
              <a:buNone/>
            </a:pPr>
            <a:r>
              <a:rPr b="1" lang="en-US" sz="3200">
                <a:solidFill>
                  <a:srgbClr val="FBF3E4"/>
                </a:solidFill>
                <a:latin typeface="Bebas Neue"/>
                <a:ea typeface="Bebas Neue"/>
                <a:cs typeface="Bebas Neue"/>
                <a:sym typeface="Bebas Neue"/>
              </a:rPr>
              <a:t>AbOrtion Rates</a:t>
            </a:r>
            <a:endParaRPr b="0" i="0" sz="1400" u="none" cap="none" strike="noStrike">
              <a:solidFill>
                <a:srgbClr val="000000"/>
              </a:solidFill>
              <a:latin typeface="Arial"/>
              <a:ea typeface="Arial"/>
              <a:cs typeface="Arial"/>
              <a:sym typeface="Arial"/>
            </a:endParaRPr>
          </a:p>
        </p:txBody>
      </p:sp>
      <p:sp>
        <p:nvSpPr>
          <p:cNvPr id="220" name="Google Shape;220;g13ab030bdf3_0_53"/>
          <p:cNvSpPr txBox="1"/>
          <p:nvPr/>
        </p:nvSpPr>
        <p:spPr>
          <a:xfrm>
            <a:off x="7244558" y="7403595"/>
            <a:ext cx="3798900" cy="492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200"/>
              <a:buFont typeface="Arial"/>
              <a:buNone/>
            </a:pPr>
            <a:r>
              <a:rPr b="1" lang="en-US" sz="3200">
                <a:solidFill>
                  <a:srgbClr val="FBF3E4"/>
                </a:solidFill>
                <a:latin typeface="Bebas Neue"/>
                <a:ea typeface="Bebas Neue"/>
                <a:cs typeface="Bebas Neue"/>
                <a:sym typeface="Bebas Neue"/>
              </a:rPr>
              <a:t>Birth RATEs</a:t>
            </a:r>
            <a:endParaRPr b="0" i="0" sz="1400" u="none" cap="none" strike="noStrike">
              <a:solidFill>
                <a:srgbClr val="000000"/>
              </a:solidFill>
              <a:latin typeface="Arial"/>
              <a:ea typeface="Arial"/>
              <a:cs typeface="Arial"/>
              <a:sym typeface="Arial"/>
            </a:endParaRPr>
          </a:p>
        </p:txBody>
      </p:sp>
      <p:sp>
        <p:nvSpPr>
          <p:cNvPr id="221" name="Google Shape;221;g13ab030bdf3_0_53"/>
          <p:cNvSpPr txBox="1"/>
          <p:nvPr/>
        </p:nvSpPr>
        <p:spPr>
          <a:xfrm>
            <a:off x="12853690" y="4514124"/>
            <a:ext cx="3798900" cy="492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200"/>
              <a:buFont typeface="Arial"/>
              <a:buNone/>
            </a:pPr>
            <a:r>
              <a:rPr b="1" lang="en-US" sz="3200">
                <a:latin typeface="Bebas Neue"/>
                <a:ea typeface="Bebas Neue"/>
                <a:cs typeface="Bebas Neue"/>
                <a:sym typeface="Bebas Neue"/>
              </a:rPr>
              <a:t>YEAR</a:t>
            </a:r>
            <a:endParaRPr b="0" i="0" sz="1400" u="none" cap="none" strike="noStrike">
              <a:solidFill>
                <a:srgbClr val="000000"/>
              </a:solidFill>
              <a:latin typeface="Arial"/>
              <a:ea typeface="Arial"/>
              <a:cs typeface="Arial"/>
              <a:sym typeface="Arial"/>
            </a:endParaRPr>
          </a:p>
        </p:txBody>
      </p:sp>
      <p:grpSp>
        <p:nvGrpSpPr>
          <p:cNvPr id="222" name="Google Shape;222;g13ab030bdf3_0_53"/>
          <p:cNvGrpSpPr/>
          <p:nvPr/>
        </p:nvGrpSpPr>
        <p:grpSpPr>
          <a:xfrm>
            <a:off x="12246977" y="7258935"/>
            <a:ext cx="5012347" cy="781940"/>
            <a:chOff x="0" y="0"/>
            <a:chExt cx="6609979" cy="1031175"/>
          </a:xfrm>
        </p:grpSpPr>
        <p:sp>
          <p:nvSpPr>
            <p:cNvPr id="223" name="Google Shape;223;g13ab030bdf3_0_53"/>
            <p:cNvSpPr/>
            <p:nvPr/>
          </p:nvSpPr>
          <p:spPr>
            <a:xfrm>
              <a:off x="31750" y="31750"/>
              <a:ext cx="6546479" cy="967675"/>
            </a:xfrm>
            <a:custGeom>
              <a:rect b="b" l="l" r="r" t="t"/>
              <a:pathLst>
                <a:path extrusionOk="0" h="967675" w="6546479">
                  <a:moveTo>
                    <a:pt x="6453770" y="967675"/>
                  </a:moveTo>
                  <a:lnTo>
                    <a:pt x="92710" y="967675"/>
                  </a:lnTo>
                  <a:cubicBezTo>
                    <a:pt x="41910" y="967675"/>
                    <a:pt x="0" y="925765"/>
                    <a:pt x="0" y="874965"/>
                  </a:cubicBezTo>
                  <a:lnTo>
                    <a:pt x="0" y="92710"/>
                  </a:lnTo>
                  <a:cubicBezTo>
                    <a:pt x="0" y="41910"/>
                    <a:pt x="41910" y="0"/>
                    <a:pt x="92710" y="0"/>
                  </a:cubicBezTo>
                  <a:lnTo>
                    <a:pt x="6452500" y="0"/>
                  </a:lnTo>
                  <a:cubicBezTo>
                    <a:pt x="6503300" y="0"/>
                    <a:pt x="6545210" y="41910"/>
                    <a:pt x="6545210" y="92710"/>
                  </a:cubicBezTo>
                  <a:lnTo>
                    <a:pt x="6545210" y="873695"/>
                  </a:lnTo>
                  <a:cubicBezTo>
                    <a:pt x="6546479" y="925765"/>
                    <a:pt x="6504570" y="967675"/>
                    <a:pt x="6453770" y="967675"/>
                  </a:cubicBezTo>
                  <a:close/>
                </a:path>
              </a:pathLst>
            </a:custGeom>
            <a:solidFill>
              <a:srgbClr val="B916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13ab030bdf3_0_53"/>
            <p:cNvSpPr/>
            <p:nvPr/>
          </p:nvSpPr>
          <p:spPr>
            <a:xfrm>
              <a:off x="0" y="0"/>
              <a:ext cx="6609979" cy="1031175"/>
            </a:xfrm>
            <a:custGeom>
              <a:rect b="b" l="l" r="r" t="t"/>
              <a:pathLst>
                <a:path extrusionOk="0" h="1031175" w="6609979">
                  <a:moveTo>
                    <a:pt x="6485520" y="59690"/>
                  </a:moveTo>
                  <a:cubicBezTo>
                    <a:pt x="6521079" y="59690"/>
                    <a:pt x="6550289" y="88900"/>
                    <a:pt x="6550289" y="124460"/>
                  </a:cubicBezTo>
                  <a:lnTo>
                    <a:pt x="6550289" y="906715"/>
                  </a:lnTo>
                  <a:cubicBezTo>
                    <a:pt x="6550289" y="942275"/>
                    <a:pt x="6521079" y="971485"/>
                    <a:pt x="6485520" y="971485"/>
                  </a:cubicBezTo>
                  <a:lnTo>
                    <a:pt x="124460" y="971485"/>
                  </a:lnTo>
                  <a:cubicBezTo>
                    <a:pt x="88900" y="971485"/>
                    <a:pt x="59690" y="942275"/>
                    <a:pt x="59690" y="906715"/>
                  </a:cubicBezTo>
                  <a:lnTo>
                    <a:pt x="59690" y="124460"/>
                  </a:lnTo>
                  <a:cubicBezTo>
                    <a:pt x="59690" y="88900"/>
                    <a:pt x="88900" y="59690"/>
                    <a:pt x="124460" y="59690"/>
                  </a:cubicBezTo>
                  <a:lnTo>
                    <a:pt x="6485520" y="59690"/>
                  </a:lnTo>
                  <a:moveTo>
                    <a:pt x="6485520" y="0"/>
                  </a:moveTo>
                  <a:lnTo>
                    <a:pt x="124460" y="0"/>
                  </a:lnTo>
                  <a:cubicBezTo>
                    <a:pt x="55880" y="0"/>
                    <a:pt x="0" y="55880"/>
                    <a:pt x="0" y="124460"/>
                  </a:cubicBezTo>
                  <a:lnTo>
                    <a:pt x="0" y="906715"/>
                  </a:lnTo>
                  <a:cubicBezTo>
                    <a:pt x="0" y="975295"/>
                    <a:pt x="55880" y="1031175"/>
                    <a:pt x="124460" y="1031175"/>
                  </a:cubicBezTo>
                  <a:lnTo>
                    <a:pt x="6485520" y="1031175"/>
                  </a:lnTo>
                  <a:cubicBezTo>
                    <a:pt x="6554100" y="1031175"/>
                    <a:pt x="6609979" y="975295"/>
                    <a:pt x="6609979" y="906715"/>
                  </a:cubicBezTo>
                  <a:lnTo>
                    <a:pt x="6609979" y="124460"/>
                  </a:lnTo>
                  <a:cubicBezTo>
                    <a:pt x="6609979" y="55880"/>
                    <a:pt x="6554100" y="0"/>
                    <a:pt x="648552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5" name="Google Shape;225;g13ab030bdf3_0_53"/>
          <p:cNvSpPr txBox="1"/>
          <p:nvPr/>
        </p:nvSpPr>
        <p:spPr>
          <a:xfrm>
            <a:off x="12853708" y="7403595"/>
            <a:ext cx="3798900" cy="492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200"/>
              <a:buFont typeface="Arial"/>
              <a:buNone/>
            </a:pPr>
            <a:r>
              <a:rPr b="1" lang="en-US" sz="3200">
                <a:solidFill>
                  <a:srgbClr val="FBF3E4"/>
                </a:solidFill>
                <a:latin typeface="Bebas Neue"/>
                <a:ea typeface="Bebas Neue"/>
                <a:cs typeface="Bebas Neue"/>
                <a:sym typeface="Bebas Neue"/>
              </a:rPr>
              <a:t>State Color</a:t>
            </a:r>
            <a:endParaRPr b="0" i="0" sz="1400" u="none" cap="none" strike="noStrike">
              <a:solidFill>
                <a:srgbClr val="000000"/>
              </a:solidFill>
              <a:latin typeface="Arial"/>
              <a:ea typeface="Arial"/>
              <a:cs typeface="Arial"/>
              <a:sym typeface="Arial"/>
            </a:endParaRPr>
          </a:p>
        </p:txBody>
      </p:sp>
      <p:sp>
        <p:nvSpPr>
          <p:cNvPr id="226" name="Google Shape;226;g13ab030bdf3_0_53"/>
          <p:cNvSpPr txBox="1"/>
          <p:nvPr/>
        </p:nvSpPr>
        <p:spPr>
          <a:xfrm rot="1148630">
            <a:off x="13208049" y="5732603"/>
            <a:ext cx="3090193" cy="80037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000">
                <a:latin typeface="Calibri"/>
                <a:ea typeface="Calibri"/>
                <a:cs typeface="Calibri"/>
                <a:sym typeface="Calibri"/>
              </a:rPr>
              <a:t>Categorical</a:t>
            </a:r>
            <a:endParaRPr b="1" sz="4000">
              <a:latin typeface="Calibri"/>
              <a:ea typeface="Calibri"/>
              <a:cs typeface="Calibri"/>
              <a:sym typeface="Calibri"/>
            </a:endParaRPr>
          </a:p>
        </p:txBody>
      </p:sp>
      <p:sp>
        <p:nvSpPr>
          <p:cNvPr id="227" name="Google Shape;227;g13ab030bdf3_0_53"/>
          <p:cNvSpPr txBox="1"/>
          <p:nvPr/>
        </p:nvSpPr>
        <p:spPr>
          <a:xfrm rot="1148630">
            <a:off x="1989749" y="8802528"/>
            <a:ext cx="3090193" cy="80037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000">
                <a:latin typeface="Calibri"/>
                <a:ea typeface="Calibri"/>
                <a:cs typeface="Calibri"/>
                <a:sym typeface="Calibri"/>
              </a:rPr>
              <a:t>Categorical</a:t>
            </a:r>
            <a:endParaRPr b="1" sz="4000">
              <a:latin typeface="Calibri"/>
              <a:ea typeface="Calibri"/>
              <a:cs typeface="Calibri"/>
              <a:sym typeface="Calibri"/>
            </a:endParaRPr>
          </a:p>
        </p:txBody>
      </p:sp>
      <p:sp>
        <p:nvSpPr>
          <p:cNvPr id="228" name="Google Shape;228;g13ab030bdf3_0_53"/>
          <p:cNvSpPr txBox="1"/>
          <p:nvPr/>
        </p:nvSpPr>
        <p:spPr>
          <a:xfrm>
            <a:off x="1092100" y="5418425"/>
            <a:ext cx="48855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900">
                <a:latin typeface="Calibri"/>
                <a:ea typeface="Calibri"/>
                <a:cs typeface="Calibri"/>
                <a:sym typeface="Calibri"/>
              </a:rPr>
              <a:t>Columns for teen pregnancy rate and pregnancy as a whole</a:t>
            </a:r>
            <a:endParaRPr b="1" sz="2900">
              <a:latin typeface="Calibri"/>
              <a:ea typeface="Calibri"/>
              <a:cs typeface="Calibri"/>
              <a:sym typeface="Calibri"/>
            </a:endParaRPr>
          </a:p>
        </p:txBody>
      </p:sp>
      <p:sp>
        <p:nvSpPr>
          <p:cNvPr id="229" name="Google Shape;229;g13ab030bdf3_0_53"/>
          <p:cNvSpPr txBox="1"/>
          <p:nvPr/>
        </p:nvSpPr>
        <p:spPr>
          <a:xfrm rot="-1648">
            <a:off x="6830686" y="5804974"/>
            <a:ext cx="5631001"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000">
                <a:solidFill>
                  <a:srgbClr val="FF9900"/>
                </a:solidFill>
                <a:latin typeface="Calibri"/>
                <a:ea typeface="Calibri"/>
                <a:cs typeface="Calibri"/>
                <a:sym typeface="Calibri"/>
              </a:rPr>
              <a:t>RESPONSE VARIABLE</a:t>
            </a:r>
            <a:endParaRPr b="1" sz="4000">
              <a:solidFill>
                <a:srgbClr val="FF9900"/>
              </a:solidFill>
              <a:latin typeface="Calibri"/>
              <a:ea typeface="Calibri"/>
              <a:cs typeface="Calibri"/>
              <a:sym typeface="Calibri"/>
            </a:endParaRPr>
          </a:p>
        </p:txBody>
      </p:sp>
      <p:sp>
        <p:nvSpPr>
          <p:cNvPr id="230" name="Google Shape;230;g13ab030bdf3_0_53"/>
          <p:cNvSpPr txBox="1"/>
          <p:nvPr/>
        </p:nvSpPr>
        <p:spPr>
          <a:xfrm>
            <a:off x="6701250" y="8318025"/>
            <a:ext cx="48855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900">
                <a:solidFill>
                  <a:schemeClr val="dk1"/>
                </a:solidFill>
                <a:latin typeface="Calibri"/>
                <a:ea typeface="Calibri"/>
                <a:cs typeface="Calibri"/>
                <a:sym typeface="Calibri"/>
              </a:rPr>
              <a:t>Columns for teen birth rate and birth as a whole</a:t>
            </a:r>
            <a:endParaRPr b="1" sz="2900">
              <a:latin typeface="Calibri"/>
              <a:ea typeface="Calibri"/>
              <a:cs typeface="Calibri"/>
              <a:sym typeface="Calibri"/>
            </a:endParaRPr>
          </a:p>
        </p:txBody>
      </p:sp>
      <p:sp>
        <p:nvSpPr>
          <p:cNvPr id="231" name="Google Shape;231;g13ab030bdf3_0_53"/>
          <p:cNvSpPr txBox="1"/>
          <p:nvPr/>
        </p:nvSpPr>
        <p:spPr>
          <a:xfrm>
            <a:off x="12310400" y="8282300"/>
            <a:ext cx="48855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900">
                <a:latin typeface="Calibri"/>
                <a:ea typeface="Calibri"/>
                <a:cs typeface="Calibri"/>
                <a:sym typeface="Calibri"/>
              </a:rPr>
              <a:t>Denotes political affiliation of state</a:t>
            </a:r>
            <a:endParaRPr b="1" sz="29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235" name="Shape 235"/>
        <p:cNvGrpSpPr/>
        <p:nvPr/>
      </p:nvGrpSpPr>
      <p:grpSpPr>
        <a:xfrm>
          <a:off x="0" y="0"/>
          <a:ext cx="0" cy="0"/>
          <a:chOff x="0" y="0"/>
          <a:chExt cx="0" cy="0"/>
        </a:xfrm>
      </p:grpSpPr>
      <p:sp>
        <p:nvSpPr>
          <p:cNvPr id="236" name="Google Shape;236;g13ab030bdf3_0_87"/>
          <p:cNvSpPr txBox="1"/>
          <p:nvPr/>
        </p:nvSpPr>
        <p:spPr>
          <a:xfrm>
            <a:off x="78300" y="205175"/>
            <a:ext cx="15361200" cy="118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968"/>
              <a:buFont typeface="Arial"/>
              <a:buNone/>
            </a:pPr>
            <a:r>
              <a:rPr lang="en-US" sz="7668">
                <a:solidFill>
                  <a:srgbClr val="B91646"/>
                </a:solidFill>
                <a:latin typeface="Bebas Neue"/>
                <a:ea typeface="Bebas Neue"/>
                <a:cs typeface="Bebas Neue"/>
                <a:sym typeface="Bebas Neue"/>
              </a:rPr>
              <a:t>Data Initialization &amp; Cleaning</a:t>
            </a:r>
            <a:endParaRPr i="0" sz="1100" u="none" cap="none" strike="noStrike">
              <a:solidFill>
                <a:srgbClr val="000000"/>
              </a:solidFill>
              <a:latin typeface="Bebas Neue"/>
              <a:ea typeface="Bebas Neue"/>
              <a:cs typeface="Bebas Neue"/>
              <a:sym typeface="Bebas Neue"/>
            </a:endParaRPr>
          </a:p>
        </p:txBody>
      </p:sp>
      <p:sp>
        <p:nvSpPr>
          <p:cNvPr id="237" name="Google Shape;237;g13ab030bdf3_0_87"/>
          <p:cNvSpPr txBox="1"/>
          <p:nvPr/>
        </p:nvSpPr>
        <p:spPr>
          <a:xfrm>
            <a:off x="14132020" y="1487138"/>
            <a:ext cx="1992600" cy="687600"/>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4468"/>
              <a:buFont typeface="Arial"/>
              <a:buNone/>
            </a:pPr>
            <a:r>
              <a:rPr b="1" lang="en-US" sz="4468">
                <a:latin typeface="Bebas Neue"/>
                <a:ea typeface="Bebas Neue"/>
                <a:cs typeface="Bebas Neue"/>
                <a:sym typeface="Bebas Neue"/>
              </a:rPr>
              <a:t>OverVIEW</a:t>
            </a:r>
            <a:endParaRPr b="0" i="0" sz="2500" u="none" cap="none" strike="noStrike">
              <a:solidFill>
                <a:srgbClr val="000000"/>
              </a:solidFill>
              <a:latin typeface="Arial"/>
              <a:ea typeface="Arial"/>
              <a:cs typeface="Arial"/>
              <a:sym typeface="Arial"/>
            </a:endParaRPr>
          </a:p>
        </p:txBody>
      </p:sp>
      <p:sp>
        <p:nvSpPr>
          <p:cNvPr id="238" name="Google Shape;238;g13ab030bdf3_0_87"/>
          <p:cNvSpPr txBox="1"/>
          <p:nvPr/>
        </p:nvSpPr>
        <p:spPr>
          <a:xfrm>
            <a:off x="12559125" y="2200185"/>
            <a:ext cx="5138400" cy="7460100"/>
          </a:xfrm>
          <a:prstGeom prst="rect">
            <a:avLst/>
          </a:prstGeom>
          <a:noFill/>
          <a:ln>
            <a:noFill/>
          </a:ln>
        </p:spPr>
        <p:txBody>
          <a:bodyPr anchorCtr="0" anchor="t" bIns="0" lIns="0" spcFirstLastPara="1" rIns="0" wrap="square" tIns="0">
            <a:spAutoFit/>
          </a:bodyPr>
          <a:lstStyle/>
          <a:p>
            <a:pPr indent="-380936" lvl="0" marL="457200" marR="0" rtl="0" algn="l">
              <a:lnSpc>
                <a:spcPct val="160025"/>
              </a:lnSpc>
              <a:spcBef>
                <a:spcPts val="0"/>
              </a:spcBef>
              <a:spcAft>
                <a:spcPts val="0"/>
              </a:spcAft>
              <a:buClr>
                <a:srgbClr val="000000"/>
              </a:buClr>
              <a:buSzPts val="2399"/>
              <a:buFont typeface="Poppins"/>
              <a:buChar char="●"/>
            </a:pPr>
            <a:r>
              <a:rPr lang="en-US" sz="2399">
                <a:latin typeface="Poppins"/>
                <a:ea typeface="Poppins"/>
                <a:cs typeface="Poppins"/>
                <a:sym typeface="Poppins"/>
              </a:rPr>
              <a:t>Initialize the data and import relevant libraries.</a:t>
            </a:r>
            <a:endParaRPr sz="2399">
              <a:latin typeface="Poppins"/>
              <a:ea typeface="Poppins"/>
              <a:cs typeface="Poppins"/>
              <a:sym typeface="Poppins"/>
            </a:endParaRPr>
          </a:p>
          <a:p>
            <a:pPr indent="0" lvl="0" marL="457200" marR="0" rtl="0" algn="l">
              <a:lnSpc>
                <a:spcPct val="160025"/>
              </a:lnSpc>
              <a:spcBef>
                <a:spcPts val="0"/>
              </a:spcBef>
              <a:spcAft>
                <a:spcPts val="0"/>
              </a:spcAft>
              <a:buNone/>
            </a:pPr>
            <a:r>
              <a:t/>
            </a:r>
            <a:endParaRPr sz="2399">
              <a:latin typeface="Poppins"/>
              <a:ea typeface="Poppins"/>
              <a:cs typeface="Poppins"/>
              <a:sym typeface="Poppins"/>
            </a:endParaRPr>
          </a:p>
          <a:p>
            <a:pPr indent="-380936" lvl="0" marL="457200" marR="0" rtl="0" algn="l">
              <a:lnSpc>
                <a:spcPct val="160025"/>
              </a:lnSpc>
              <a:spcBef>
                <a:spcPts val="0"/>
              </a:spcBef>
              <a:spcAft>
                <a:spcPts val="0"/>
              </a:spcAft>
              <a:buSzPts val="2399"/>
              <a:buFont typeface="Poppins"/>
              <a:buChar char="●"/>
            </a:pPr>
            <a:r>
              <a:rPr lang="en-US" sz="2399">
                <a:latin typeface="Poppins"/>
                <a:ea typeface="Poppins"/>
                <a:cs typeface="Poppins"/>
                <a:sym typeface="Poppins"/>
              </a:rPr>
              <a:t>Survey the dataset.</a:t>
            </a:r>
            <a:endParaRPr sz="2399">
              <a:latin typeface="Poppins"/>
              <a:ea typeface="Poppins"/>
              <a:cs typeface="Poppins"/>
              <a:sym typeface="Poppins"/>
            </a:endParaRPr>
          </a:p>
          <a:p>
            <a:pPr indent="0" lvl="0" marL="457200" marR="0" rtl="0" algn="l">
              <a:lnSpc>
                <a:spcPct val="160025"/>
              </a:lnSpc>
              <a:spcBef>
                <a:spcPts val="0"/>
              </a:spcBef>
              <a:spcAft>
                <a:spcPts val="0"/>
              </a:spcAft>
              <a:buNone/>
            </a:pPr>
            <a:r>
              <a:t/>
            </a:r>
            <a:endParaRPr sz="2399">
              <a:latin typeface="Poppins"/>
              <a:ea typeface="Poppins"/>
              <a:cs typeface="Poppins"/>
              <a:sym typeface="Poppins"/>
            </a:endParaRPr>
          </a:p>
          <a:p>
            <a:pPr indent="-380936" lvl="0" marL="457200" marR="0" rtl="0" algn="l">
              <a:lnSpc>
                <a:spcPct val="160025"/>
              </a:lnSpc>
              <a:spcBef>
                <a:spcPts val="0"/>
              </a:spcBef>
              <a:spcAft>
                <a:spcPts val="0"/>
              </a:spcAft>
              <a:buSzPts val="2399"/>
              <a:buFont typeface="Poppins"/>
              <a:buChar char="●"/>
            </a:pPr>
            <a:r>
              <a:rPr lang="en-US" sz="2399">
                <a:latin typeface="Poppins"/>
                <a:ea typeface="Poppins"/>
                <a:cs typeface="Poppins"/>
                <a:sym typeface="Poppins"/>
              </a:rPr>
              <a:t>Keep the attributes that are relevant for our analysis.</a:t>
            </a:r>
            <a:endParaRPr sz="2399">
              <a:latin typeface="Poppins"/>
              <a:ea typeface="Poppins"/>
              <a:cs typeface="Poppins"/>
              <a:sym typeface="Poppins"/>
            </a:endParaRPr>
          </a:p>
          <a:p>
            <a:pPr indent="0" lvl="0" marL="457200" marR="0" rtl="0" algn="l">
              <a:lnSpc>
                <a:spcPct val="160025"/>
              </a:lnSpc>
              <a:spcBef>
                <a:spcPts val="0"/>
              </a:spcBef>
              <a:spcAft>
                <a:spcPts val="0"/>
              </a:spcAft>
              <a:buNone/>
            </a:pPr>
            <a:r>
              <a:t/>
            </a:r>
            <a:endParaRPr sz="2399">
              <a:latin typeface="Poppins"/>
              <a:ea typeface="Poppins"/>
              <a:cs typeface="Poppins"/>
              <a:sym typeface="Poppins"/>
            </a:endParaRPr>
          </a:p>
          <a:p>
            <a:pPr indent="-380936" lvl="0" marL="457200" marR="0" rtl="0" algn="l">
              <a:lnSpc>
                <a:spcPct val="160025"/>
              </a:lnSpc>
              <a:spcBef>
                <a:spcPts val="0"/>
              </a:spcBef>
              <a:spcAft>
                <a:spcPts val="0"/>
              </a:spcAft>
              <a:buSzPts val="2399"/>
              <a:buFont typeface="Poppins"/>
              <a:buChar char="●"/>
            </a:pPr>
            <a:r>
              <a:rPr lang="en-US" sz="2399">
                <a:latin typeface="Poppins"/>
                <a:ea typeface="Poppins"/>
                <a:cs typeface="Poppins"/>
                <a:sym typeface="Poppins"/>
              </a:rPr>
              <a:t>Drop earlier years from the set since there has been a steady decline of pregnancies over the last 60+ years (since the Baby Boom).  </a:t>
            </a:r>
            <a:endParaRPr sz="2399">
              <a:latin typeface="Poppins"/>
              <a:ea typeface="Poppins"/>
              <a:cs typeface="Poppins"/>
              <a:sym typeface="Poppins"/>
            </a:endParaRPr>
          </a:p>
        </p:txBody>
      </p:sp>
      <p:pic>
        <p:nvPicPr>
          <p:cNvPr id="239" name="Google Shape;239;g13ab030bdf3_0_87"/>
          <p:cNvPicPr preferRelativeResize="0"/>
          <p:nvPr/>
        </p:nvPicPr>
        <p:blipFill>
          <a:blip r:embed="rId3">
            <a:alphaModFix/>
          </a:blip>
          <a:stretch>
            <a:fillRect/>
          </a:stretch>
        </p:blipFill>
        <p:spPr>
          <a:xfrm>
            <a:off x="0" y="1487150"/>
            <a:ext cx="11173335" cy="6287593"/>
          </a:xfrm>
          <a:prstGeom prst="rect">
            <a:avLst/>
          </a:prstGeom>
          <a:noFill/>
          <a:ln>
            <a:noFill/>
          </a:ln>
        </p:spPr>
      </p:pic>
      <p:pic>
        <p:nvPicPr>
          <p:cNvPr id="240" name="Google Shape;240;g13ab030bdf3_0_87"/>
          <p:cNvPicPr preferRelativeResize="0"/>
          <p:nvPr/>
        </p:nvPicPr>
        <p:blipFill>
          <a:blip r:embed="rId4">
            <a:alphaModFix/>
          </a:blip>
          <a:stretch>
            <a:fillRect/>
          </a:stretch>
        </p:blipFill>
        <p:spPr>
          <a:xfrm>
            <a:off x="4994050" y="4849549"/>
            <a:ext cx="7565075" cy="4810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244" name="Shape 244"/>
        <p:cNvGrpSpPr/>
        <p:nvPr/>
      </p:nvGrpSpPr>
      <p:grpSpPr>
        <a:xfrm>
          <a:off x="0" y="0"/>
          <a:ext cx="0" cy="0"/>
          <a:chOff x="0" y="0"/>
          <a:chExt cx="0" cy="0"/>
        </a:xfrm>
      </p:grpSpPr>
      <p:sp>
        <p:nvSpPr>
          <p:cNvPr id="245" name="Google Shape;245;g13ab030bdf3_0_125"/>
          <p:cNvSpPr txBox="1"/>
          <p:nvPr/>
        </p:nvSpPr>
        <p:spPr>
          <a:xfrm>
            <a:off x="325975" y="162900"/>
            <a:ext cx="10263600" cy="3266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8968"/>
              <a:buFont typeface="Arial"/>
              <a:buNone/>
            </a:pPr>
            <a:r>
              <a:rPr lang="en-US" sz="6568">
                <a:solidFill>
                  <a:srgbClr val="FF0000"/>
                </a:solidFill>
                <a:latin typeface="Bebas Neue"/>
                <a:ea typeface="Bebas Neue"/>
                <a:cs typeface="Bebas Neue"/>
                <a:sym typeface="Bebas Neue"/>
              </a:rPr>
              <a:t>RED </a:t>
            </a:r>
            <a:r>
              <a:rPr lang="en-US" sz="6568">
                <a:solidFill>
                  <a:srgbClr val="105652"/>
                </a:solidFill>
                <a:latin typeface="Bebas Neue"/>
                <a:ea typeface="Bebas Neue"/>
                <a:cs typeface="Bebas Neue"/>
                <a:sym typeface="Bebas Neue"/>
              </a:rPr>
              <a:t>AND </a:t>
            </a:r>
            <a:r>
              <a:rPr lang="en-US" sz="6568">
                <a:solidFill>
                  <a:srgbClr val="0000FF"/>
                </a:solidFill>
                <a:latin typeface="Bebas Neue"/>
                <a:ea typeface="Bebas Neue"/>
                <a:cs typeface="Bebas Neue"/>
                <a:sym typeface="Bebas Neue"/>
              </a:rPr>
              <a:t>BLUE</a:t>
            </a:r>
            <a:r>
              <a:rPr lang="en-US" sz="6568">
                <a:solidFill>
                  <a:srgbClr val="105652"/>
                </a:solidFill>
                <a:latin typeface="Bebas Neue"/>
                <a:ea typeface="Bebas Neue"/>
                <a:cs typeface="Bebas Neue"/>
                <a:sym typeface="Bebas Neue"/>
              </a:rPr>
              <a:t> DATAFRAMES </a:t>
            </a:r>
            <a:endParaRPr sz="6568">
              <a:solidFill>
                <a:srgbClr val="105652"/>
              </a:solidFill>
              <a:latin typeface="Bebas Neue"/>
              <a:ea typeface="Bebas Neue"/>
              <a:cs typeface="Bebas Neue"/>
              <a:sym typeface="Bebas Neue"/>
            </a:endParaRPr>
          </a:p>
          <a:p>
            <a:pPr indent="0" lvl="0" marL="0" rtl="0" algn="l">
              <a:spcBef>
                <a:spcPts val="0"/>
              </a:spcBef>
              <a:spcAft>
                <a:spcPts val="0"/>
              </a:spcAft>
              <a:buClr>
                <a:schemeClr val="dk1"/>
              </a:buClr>
              <a:buSzPts val="8968"/>
              <a:buFont typeface="Arial"/>
              <a:buNone/>
            </a:pPr>
            <a:r>
              <a:rPr lang="en-US" sz="6568">
                <a:solidFill>
                  <a:srgbClr val="105652"/>
                </a:solidFill>
                <a:latin typeface="Bebas Neue"/>
                <a:ea typeface="Bebas Neue"/>
                <a:cs typeface="Bebas Neue"/>
                <a:sym typeface="Bebas Neue"/>
              </a:rPr>
              <a:t>(Prepping our Models)</a:t>
            </a:r>
            <a:endParaRPr b="1" sz="6983">
              <a:solidFill>
                <a:srgbClr val="105652"/>
              </a:solidFill>
              <a:latin typeface="Bebas Neue"/>
              <a:ea typeface="Bebas Neue"/>
              <a:cs typeface="Bebas Neue"/>
              <a:sym typeface="Bebas Neue"/>
            </a:endParaRPr>
          </a:p>
          <a:p>
            <a:pPr indent="0" lvl="0" marL="0" marR="0" rtl="0" algn="l">
              <a:lnSpc>
                <a:spcPct val="100000"/>
              </a:lnSpc>
              <a:spcBef>
                <a:spcPts val="0"/>
              </a:spcBef>
              <a:spcAft>
                <a:spcPts val="0"/>
              </a:spcAft>
              <a:buClr>
                <a:schemeClr val="dk1"/>
              </a:buClr>
              <a:buSzPts val="11883"/>
              <a:buFont typeface="Arial"/>
              <a:buNone/>
            </a:pPr>
            <a:r>
              <a:t/>
            </a:r>
            <a:endParaRPr b="1" sz="5683">
              <a:solidFill>
                <a:srgbClr val="105652"/>
              </a:solidFill>
              <a:latin typeface="Bebas Neue"/>
              <a:ea typeface="Bebas Neue"/>
              <a:cs typeface="Bebas Neue"/>
              <a:sym typeface="Bebas Neue"/>
            </a:endParaRPr>
          </a:p>
          <a:p>
            <a:pPr indent="0" lvl="0" marL="0" marR="0" rtl="0" algn="l">
              <a:lnSpc>
                <a:spcPct val="100000"/>
              </a:lnSpc>
              <a:spcBef>
                <a:spcPts val="0"/>
              </a:spcBef>
              <a:spcAft>
                <a:spcPts val="0"/>
              </a:spcAft>
              <a:buClr>
                <a:schemeClr val="dk1"/>
              </a:buClr>
              <a:buSzPts val="11883"/>
              <a:buFont typeface="Arial"/>
              <a:buNone/>
            </a:pPr>
            <a:r>
              <a:t/>
            </a:r>
            <a:endParaRPr b="1" sz="2400">
              <a:solidFill>
                <a:srgbClr val="105652"/>
              </a:solidFill>
              <a:latin typeface="Bebas Neue"/>
              <a:ea typeface="Bebas Neue"/>
              <a:cs typeface="Bebas Neue"/>
              <a:sym typeface="Bebas Neue"/>
            </a:endParaRPr>
          </a:p>
        </p:txBody>
      </p:sp>
      <p:grpSp>
        <p:nvGrpSpPr>
          <p:cNvPr id="246" name="Google Shape;246;g13ab030bdf3_0_125"/>
          <p:cNvGrpSpPr/>
          <p:nvPr/>
        </p:nvGrpSpPr>
        <p:grpSpPr>
          <a:xfrm>
            <a:off x="11454075" y="1131438"/>
            <a:ext cx="6764930" cy="8993788"/>
            <a:chOff x="0" y="0"/>
            <a:chExt cx="5511594" cy="8262552"/>
          </a:xfrm>
        </p:grpSpPr>
        <p:sp>
          <p:nvSpPr>
            <p:cNvPr id="247" name="Google Shape;247;g13ab030bdf3_0_125"/>
            <p:cNvSpPr/>
            <p:nvPr/>
          </p:nvSpPr>
          <p:spPr>
            <a:xfrm>
              <a:off x="31750" y="31750"/>
              <a:ext cx="5448094" cy="8199052"/>
            </a:xfrm>
            <a:custGeom>
              <a:rect b="b" l="l" r="r" t="t"/>
              <a:pathLst>
                <a:path extrusionOk="0" h="8199052" w="5448094">
                  <a:moveTo>
                    <a:pt x="5355384" y="8199051"/>
                  </a:moveTo>
                  <a:lnTo>
                    <a:pt x="92710" y="8199051"/>
                  </a:lnTo>
                  <a:cubicBezTo>
                    <a:pt x="41910" y="8199051"/>
                    <a:pt x="0" y="8157142"/>
                    <a:pt x="0" y="8106342"/>
                  </a:cubicBezTo>
                  <a:lnTo>
                    <a:pt x="0" y="92710"/>
                  </a:lnTo>
                  <a:cubicBezTo>
                    <a:pt x="0" y="41910"/>
                    <a:pt x="41910" y="0"/>
                    <a:pt x="92710" y="0"/>
                  </a:cubicBezTo>
                  <a:lnTo>
                    <a:pt x="5354114" y="0"/>
                  </a:lnTo>
                  <a:cubicBezTo>
                    <a:pt x="5404914" y="0"/>
                    <a:pt x="5446824" y="41910"/>
                    <a:pt x="5446824" y="92710"/>
                  </a:cubicBezTo>
                  <a:lnTo>
                    <a:pt x="5446824" y="8105072"/>
                  </a:lnTo>
                  <a:cubicBezTo>
                    <a:pt x="5448094" y="8157142"/>
                    <a:pt x="5406184" y="8199052"/>
                    <a:pt x="5355384" y="8199052"/>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13ab030bdf3_0_125"/>
            <p:cNvSpPr/>
            <p:nvPr/>
          </p:nvSpPr>
          <p:spPr>
            <a:xfrm>
              <a:off x="0" y="0"/>
              <a:ext cx="5511594" cy="8262552"/>
            </a:xfrm>
            <a:custGeom>
              <a:rect b="b" l="l" r="r" t="t"/>
              <a:pathLst>
                <a:path extrusionOk="0" h="8262552" w="5511594">
                  <a:moveTo>
                    <a:pt x="5387134" y="59690"/>
                  </a:moveTo>
                  <a:cubicBezTo>
                    <a:pt x="5422694" y="59690"/>
                    <a:pt x="5451904" y="88900"/>
                    <a:pt x="5451904" y="124460"/>
                  </a:cubicBezTo>
                  <a:lnTo>
                    <a:pt x="5451904" y="8138092"/>
                  </a:lnTo>
                  <a:cubicBezTo>
                    <a:pt x="5451904" y="8173652"/>
                    <a:pt x="5422694" y="8202862"/>
                    <a:pt x="5387134" y="8202862"/>
                  </a:cubicBezTo>
                  <a:lnTo>
                    <a:pt x="124460" y="8202862"/>
                  </a:lnTo>
                  <a:cubicBezTo>
                    <a:pt x="88900" y="8202862"/>
                    <a:pt x="59690" y="8173652"/>
                    <a:pt x="59690" y="8138092"/>
                  </a:cubicBezTo>
                  <a:lnTo>
                    <a:pt x="59690" y="124460"/>
                  </a:lnTo>
                  <a:cubicBezTo>
                    <a:pt x="59690" y="88900"/>
                    <a:pt x="88900" y="59690"/>
                    <a:pt x="124460" y="59690"/>
                  </a:cubicBezTo>
                  <a:lnTo>
                    <a:pt x="5387134" y="59690"/>
                  </a:lnTo>
                  <a:moveTo>
                    <a:pt x="5387134" y="0"/>
                  </a:moveTo>
                  <a:lnTo>
                    <a:pt x="124460" y="0"/>
                  </a:lnTo>
                  <a:cubicBezTo>
                    <a:pt x="55880" y="0"/>
                    <a:pt x="0" y="55880"/>
                    <a:pt x="0" y="124460"/>
                  </a:cubicBezTo>
                  <a:lnTo>
                    <a:pt x="0" y="8138092"/>
                  </a:lnTo>
                  <a:cubicBezTo>
                    <a:pt x="0" y="8206672"/>
                    <a:pt x="55880" y="8262552"/>
                    <a:pt x="124460" y="8262552"/>
                  </a:cubicBezTo>
                  <a:lnTo>
                    <a:pt x="5387134" y="8262552"/>
                  </a:lnTo>
                  <a:cubicBezTo>
                    <a:pt x="5455714" y="8262552"/>
                    <a:pt x="5511594" y="8206672"/>
                    <a:pt x="5511594" y="8138092"/>
                  </a:cubicBezTo>
                  <a:lnTo>
                    <a:pt x="5511594" y="124460"/>
                  </a:lnTo>
                  <a:cubicBezTo>
                    <a:pt x="5511594" y="55880"/>
                    <a:pt x="5455714" y="0"/>
                    <a:pt x="5387134"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9" name="Google Shape;249;g13ab030bdf3_0_125"/>
          <p:cNvSpPr txBox="1"/>
          <p:nvPr/>
        </p:nvSpPr>
        <p:spPr>
          <a:xfrm>
            <a:off x="12807604" y="2375001"/>
            <a:ext cx="35823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999"/>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13ab030bdf3_0_125"/>
          <p:cNvSpPr txBox="1"/>
          <p:nvPr/>
        </p:nvSpPr>
        <p:spPr>
          <a:xfrm>
            <a:off x="13022037" y="1394950"/>
            <a:ext cx="3931500" cy="553800"/>
          </a:xfrm>
          <a:prstGeom prst="rect">
            <a:avLst/>
          </a:prstGeom>
          <a:noFill/>
          <a:ln>
            <a:noFill/>
          </a:ln>
        </p:spPr>
        <p:txBody>
          <a:bodyPr anchorCtr="0" anchor="t" bIns="91425" lIns="91425" spcFirstLastPara="1" rIns="91425" wrap="square" tIns="91425">
            <a:spAutoFit/>
          </a:bodyPr>
          <a:lstStyle/>
          <a:p>
            <a:pPr indent="0" lvl="0" marL="0" marR="0" rtl="0" algn="l">
              <a:lnSpc>
                <a:spcPct val="160025"/>
              </a:lnSpc>
              <a:spcBef>
                <a:spcPts val="0"/>
              </a:spcBef>
              <a:spcAft>
                <a:spcPts val="0"/>
              </a:spcAft>
              <a:buNone/>
            </a:pPr>
            <a:r>
              <a:rPr lang="en-US" sz="2399" u="sng">
                <a:solidFill>
                  <a:schemeClr val="lt1"/>
                </a:solidFill>
                <a:latin typeface="Poppins"/>
                <a:ea typeface="Poppins"/>
                <a:cs typeface="Poppins"/>
                <a:sym typeface="Poppins"/>
              </a:rPr>
              <a:t>Logical Categorization</a:t>
            </a:r>
            <a:endParaRPr sz="2399" u="sng">
              <a:solidFill>
                <a:schemeClr val="lt1"/>
              </a:solidFill>
              <a:latin typeface="Poppins"/>
              <a:ea typeface="Poppins"/>
              <a:cs typeface="Poppins"/>
              <a:sym typeface="Poppins"/>
            </a:endParaRPr>
          </a:p>
        </p:txBody>
      </p:sp>
      <p:pic>
        <p:nvPicPr>
          <p:cNvPr id="251" name="Google Shape;251;g13ab030bdf3_0_125"/>
          <p:cNvPicPr preferRelativeResize="0"/>
          <p:nvPr/>
        </p:nvPicPr>
        <p:blipFill>
          <a:blip r:embed="rId3">
            <a:alphaModFix/>
          </a:blip>
          <a:stretch>
            <a:fillRect/>
          </a:stretch>
        </p:blipFill>
        <p:spPr>
          <a:xfrm>
            <a:off x="129675" y="2182725"/>
            <a:ext cx="10972923" cy="6505025"/>
          </a:xfrm>
          <a:prstGeom prst="rect">
            <a:avLst/>
          </a:prstGeom>
          <a:noFill/>
          <a:ln>
            <a:noFill/>
          </a:ln>
        </p:spPr>
      </p:pic>
      <p:sp>
        <p:nvSpPr>
          <p:cNvPr id="252" name="Google Shape;252;g13ab030bdf3_0_125"/>
          <p:cNvSpPr txBox="1"/>
          <p:nvPr/>
        </p:nvSpPr>
        <p:spPr>
          <a:xfrm>
            <a:off x="11454075" y="2074675"/>
            <a:ext cx="6569700" cy="79425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Clr>
                <a:schemeClr val="lt1"/>
              </a:buClr>
              <a:buSzPts val="2800"/>
              <a:buFont typeface="Calibri"/>
              <a:buAutoNum type="arabicPeriod"/>
            </a:pPr>
            <a:r>
              <a:rPr lang="en-US" sz="2800">
                <a:solidFill>
                  <a:schemeClr val="lt1"/>
                </a:solidFill>
                <a:latin typeface="Calibri"/>
                <a:ea typeface="Calibri"/>
                <a:cs typeface="Calibri"/>
                <a:sym typeface="Calibri"/>
              </a:rPr>
              <a:t>Admit the complexity and imperfections of categorizing Red and Blue states.</a:t>
            </a:r>
            <a:endParaRPr sz="2800">
              <a:solidFill>
                <a:schemeClr val="lt1"/>
              </a:solidFill>
              <a:latin typeface="Calibri"/>
              <a:ea typeface="Calibri"/>
              <a:cs typeface="Calibri"/>
              <a:sym typeface="Calibri"/>
            </a:endParaRPr>
          </a:p>
          <a:p>
            <a:pPr indent="0" lvl="0" marL="457200" rtl="0" algn="l">
              <a:spcBef>
                <a:spcPts val="0"/>
              </a:spcBef>
              <a:spcAft>
                <a:spcPts val="0"/>
              </a:spcAft>
              <a:buNone/>
            </a:pPr>
            <a:r>
              <a:t/>
            </a:r>
            <a:endParaRPr sz="2800">
              <a:solidFill>
                <a:schemeClr val="lt1"/>
              </a:solidFill>
              <a:latin typeface="Calibri"/>
              <a:ea typeface="Calibri"/>
              <a:cs typeface="Calibri"/>
              <a:sym typeface="Calibri"/>
            </a:endParaRPr>
          </a:p>
          <a:p>
            <a:pPr indent="-406400" lvl="0" marL="457200" rtl="0" algn="l">
              <a:spcBef>
                <a:spcPts val="0"/>
              </a:spcBef>
              <a:spcAft>
                <a:spcPts val="0"/>
              </a:spcAft>
              <a:buClr>
                <a:schemeClr val="lt1"/>
              </a:buClr>
              <a:buSzPts val="2800"/>
              <a:buFont typeface="Calibri"/>
              <a:buAutoNum type="arabicPeriod"/>
            </a:pPr>
            <a:r>
              <a:rPr lang="en-US" sz="2800">
                <a:solidFill>
                  <a:schemeClr val="lt1"/>
                </a:solidFill>
                <a:latin typeface="Calibri"/>
                <a:ea typeface="Calibri"/>
                <a:cs typeface="Calibri"/>
                <a:sym typeface="Calibri"/>
              </a:rPr>
              <a:t>Create 3 distinctions: R (Red), B (Blue), and I (Independent/Other)</a:t>
            </a:r>
            <a:endParaRPr sz="2800">
              <a:solidFill>
                <a:schemeClr val="lt1"/>
              </a:solidFill>
              <a:latin typeface="Calibri"/>
              <a:ea typeface="Calibri"/>
              <a:cs typeface="Calibri"/>
              <a:sym typeface="Calibri"/>
            </a:endParaRPr>
          </a:p>
          <a:p>
            <a:pPr indent="0" lvl="0" marL="457200" rtl="0" algn="l">
              <a:spcBef>
                <a:spcPts val="0"/>
              </a:spcBef>
              <a:spcAft>
                <a:spcPts val="0"/>
              </a:spcAft>
              <a:buNone/>
            </a:pPr>
            <a:r>
              <a:t/>
            </a:r>
            <a:endParaRPr sz="2800">
              <a:solidFill>
                <a:schemeClr val="lt1"/>
              </a:solidFill>
              <a:latin typeface="Calibri"/>
              <a:ea typeface="Calibri"/>
              <a:cs typeface="Calibri"/>
              <a:sym typeface="Calibri"/>
            </a:endParaRPr>
          </a:p>
          <a:p>
            <a:pPr indent="-406400" lvl="0" marL="457200" rtl="0" algn="l">
              <a:spcBef>
                <a:spcPts val="0"/>
              </a:spcBef>
              <a:spcAft>
                <a:spcPts val="0"/>
              </a:spcAft>
              <a:buClr>
                <a:schemeClr val="lt1"/>
              </a:buClr>
              <a:buSzPts val="2800"/>
              <a:buFont typeface="Calibri"/>
              <a:buAutoNum type="arabicPeriod"/>
            </a:pPr>
            <a:r>
              <a:rPr lang="en-US" sz="2800">
                <a:solidFill>
                  <a:schemeClr val="lt1"/>
                </a:solidFill>
                <a:latin typeface="Calibri"/>
                <a:ea typeface="Calibri"/>
                <a:cs typeface="Calibri"/>
                <a:sym typeface="Calibri"/>
              </a:rPr>
              <a:t>Assign distinctions based on the sitting governor for said year. Our reasoning: as elected heads of states, they have the final say on restrictive or relaxed abortion laws. </a:t>
            </a:r>
            <a:endParaRPr sz="2800">
              <a:solidFill>
                <a:srgbClr val="FFFF00"/>
              </a:solidFill>
              <a:latin typeface="Calibri"/>
              <a:ea typeface="Calibri"/>
              <a:cs typeface="Calibri"/>
              <a:sym typeface="Calibri"/>
            </a:endParaRPr>
          </a:p>
          <a:p>
            <a:pPr indent="0" lvl="0" marL="457200" rtl="0" algn="l">
              <a:spcBef>
                <a:spcPts val="0"/>
              </a:spcBef>
              <a:spcAft>
                <a:spcPts val="0"/>
              </a:spcAft>
              <a:buNone/>
            </a:pPr>
            <a:r>
              <a:t/>
            </a:r>
            <a:endParaRPr sz="2800">
              <a:solidFill>
                <a:schemeClr val="lt1"/>
              </a:solidFill>
              <a:latin typeface="Calibri"/>
              <a:ea typeface="Calibri"/>
              <a:cs typeface="Calibri"/>
              <a:sym typeface="Calibri"/>
            </a:endParaRPr>
          </a:p>
          <a:p>
            <a:pPr indent="-406400" lvl="0" marL="457200" rtl="0" algn="l">
              <a:spcBef>
                <a:spcPts val="0"/>
              </a:spcBef>
              <a:spcAft>
                <a:spcPts val="0"/>
              </a:spcAft>
              <a:buClr>
                <a:schemeClr val="lt1"/>
              </a:buClr>
              <a:buSzPts val="2800"/>
              <a:buFont typeface="Calibri"/>
              <a:buAutoNum type="arabicPeriod"/>
            </a:pPr>
            <a:r>
              <a:rPr lang="en-US" sz="2800">
                <a:solidFill>
                  <a:schemeClr val="lt1"/>
                </a:solidFill>
                <a:latin typeface="Calibri"/>
                <a:ea typeface="Calibri"/>
                <a:cs typeface="Calibri"/>
                <a:sym typeface="Calibri"/>
              </a:rPr>
              <a:t>Tally up points. The “winning” color has to be at least 2 points higher than the “losing” color. </a:t>
            </a:r>
            <a:endParaRPr sz="2800">
              <a:solidFill>
                <a:schemeClr val="lt1"/>
              </a:solidFill>
              <a:latin typeface="Calibri"/>
              <a:ea typeface="Calibri"/>
              <a:cs typeface="Calibri"/>
              <a:sym typeface="Calibri"/>
            </a:endParaRPr>
          </a:p>
          <a:p>
            <a:pPr indent="0" lvl="0" marL="457200" rtl="0" algn="l">
              <a:spcBef>
                <a:spcPts val="0"/>
              </a:spcBef>
              <a:spcAft>
                <a:spcPts val="0"/>
              </a:spcAft>
              <a:buNone/>
            </a:pPr>
            <a:r>
              <a:t/>
            </a:r>
            <a:endParaRPr sz="2800">
              <a:solidFill>
                <a:schemeClr val="lt1"/>
              </a:solidFill>
              <a:latin typeface="Calibri"/>
              <a:ea typeface="Calibri"/>
              <a:cs typeface="Calibri"/>
              <a:sym typeface="Calibri"/>
            </a:endParaRPr>
          </a:p>
          <a:p>
            <a:pPr indent="-406400" lvl="0" marL="457200" rtl="0" algn="l">
              <a:spcBef>
                <a:spcPts val="0"/>
              </a:spcBef>
              <a:spcAft>
                <a:spcPts val="0"/>
              </a:spcAft>
              <a:buClr>
                <a:schemeClr val="lt1"/>
              </a:buClr>
              <a:buSzPts val="2800"/>
              <a:buFont typeface="Calibri"/>
              <a:buAutoNum type="arabicPeriod"/>
            </a:pPr>
            <a:r>
              <a:rPr lang="en-US" sz="2800">
                <a:solidFill>
                  <a:schemeClr val="lt1"/>
                </a:solidFill>
                <a:latin typeface="Calibri"/>
                <a:ea typeface="Calibri"/>
                <a:cs typeface="Calibri"/>
                <a:sym typeface="Calibri"/>
              </a:rPr>
              <a:t>Populate the 3 dataframes (Red, Blue, Dropped).</a:t>
            </a:r>
            <a:endParaRPr sz="2800">
              <a:solidFill>
                <a:schemeClr val="lt1"/>
              </a:solidFill>
              <a:latin typeface="Calibri"/>
              <a:ea typeface="Calibri"/>
              <a:cs typeface="Calibri"/>
              <a:sym typeface="Calibri"/>
            </a:endParaRPr>
          </a:p>
        </p:txBody>
      </p:sp>
      <p:sp>
        <p:nvSpPr>
          <p:cNvPr id="253" name="Google Shape;253;g13ab030bdf3_0_125"/>
          <p:cNvSpPr/>
          <p:nvPr/>
        </p:nvSpPr>
        <p:spPr>
          <a:xfrm>
            <a:off x="10652063" y="7636875"/>
            <a:ext cx="739500" cy="553800"/>
          </a:xfrm>
          <a:prstGeom prst="lef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4" name="Google Shape;254;g13ab030bdf3_0_125"/>
          <p:cNvPicPr preferRelativeResize="0"/>
          <p:nvPr/>
        </p:nvPicPr>
        <p:blipFill>
          <a:blip r:embed="rId4">
            <a:alphaModFix/>
          </a:blip>
          <a:stretch>
            <a:fillRect/>
          </a:stretch>
        </p:blipFill>
        <p:spPr>
          <a:xfrm>
            <a:off x="4225901" y="6671025"/>
            <a:ext cx="6363667" cy="2865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8" name="Shape 258"/>
        <p:cNvGrpSpPr/>
        <p:nvPr/>
      </p:nvGrpSpPr>
      <p:grpSpPr>
        <a:xfrm>
          <a:off x="0" y="0"/>
          <a:ext cx="0" cy="0"/>
          <a:chOff x="0" y="0"/>
          <a:chExt cx="0" cy="0"/>
        </a:xfrm>
      </p:grpSpPr>
      <p:sp>
        <p:nvSpPr>
          <p:cNvPr id="259" name="Google Shape;259;g13aad04fd39_0_3"/>
          <p:cNvSpPr txBox="1"/>
          <p:nvPr/>
        </p:nvSpPr>
        <p:spPr>
          <a:xfrm>
            <a:off x="370200" y="446075"/>
            <a:ext cx="8403600" cy="107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968"/>
              <a:buFont typeface="Arial"/>
              <a:buNone/>
            </a:pPr>
            <a:r>
              <a:rPr lang="en-US" sz="6968">
                <a:solidFill>
                  <a:srgbClr val="B91646"/>
                </a:solidFill>
              </a:rPr>
              <a:t>Tackling Outliers</a:t>
            </a:r>
            <a:r>
              <a:rPr lang="en-US" sz="6968">
                <a:solidFill>
                  <a:srgbClr val="B91646"/>
                </a:solidFill>
              </a:rPr>
              <a:t> </a:t>
            </a:r>
            <a:endParaRPr b="0" i="0" sz="100" u="none" cap="none" strike="noStrike">
              <a:solidFill>
                <a:srgbClr val="000000"/>
              </a:solidFill>
              <a:latin typeface="Arial"/>
              <a:ea typeface="Arial"/>
              <a:cs typeface="Arial"/>
              <a:sym typeface="Arial"/>
            </a:endParaRPr>
          </a:p>
        </p:txBody>
      </p:sp>
      <p:sp>
        <p:nvSpPr>
          <p:cNvPr id="260" name="Google Shape;260;g13aad04fd39_0_3"/>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13aad04fd39_0_3"/>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13aad04fd39_0_3"/>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13aad04fd39_0_3"/>
          <p:cNvSpPr/>
          <p:nvPr/>
        </p:nvSpPr>
        <p:spPr>
          <a:xfrm>
            <a:off x="16796367"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13aad04fd39_0_3"/>
          <p:cNvSpPr/>
          <p:nvPr/>
        </p:nvSpPr>
        <p:spPr>
          <a:xfrm>
            <a:off x="16389989"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13aad04fd39_0_3"/>
          <p:cNvSpPr/>
          <p:nvPr/>
        </p:nvSpPr>
        <p:spPr>
          <a:xfrm>
            <a:off x="15983612"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6" name="Google Shape;266;g13aad04fd39_0_3"/>
          <p:cNvPicPr preferRelativeResize="0"/>
          <p:nvPr/>
        </p:nvPicPr>
        <p:blipFill>
          <a:blip r:embed="rId3">
            <a:alphaModFix/>
          </a:blip>
          <a:stretch>
            <a:fillRect/>
          </a:stretch>
        </p:blipFill>
        <p:spPr>
          <a:xfrm>
            <a:off x="0" y="1881413"/>
            <a:ext cx="18288001" cy="840558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270" name="Shape 270"/>
        <p:cNvGrpSpPr/>
        <p:nvPr/>
      </p:nvGrpSpPr>
      <p:grpSpPr>
        <a:xfrm>
          <a:off x="0" y="0"/>
          <a:ext cx="0" cy="0"/>
          <a:chOff x="0" y="0"/>
          <a:chExt cx="0" cy="0"/>
        </a:xfrm>
      </p:grpSpPr>
      <p:sp>
        <p:nvSpPr>
          <p:cNvPr id="271" name="Google Shape;271;g13aad04fd39_4_11"/>
          <p:cNvSpPr/>
          <p:nvPr/>
        </p:nvSpPr>
        <p:spPr>
          <a:xfrm>
            <a:off x="612700" y="842850"/>
            <a:ext cx="17013600" cy="8610000"/>
          </a:xfrm>
          <a:prstGeom prst="roundRect">
            <a:avLst>
              <a:gd fmla="val 16667" name="adj"/>
            </a:avLst>
          </a:prstGeom>
          <a:noFill/>
          <a:ln cap="flat" cmpd="sng" w="114300">
            <a:solidFill>
              <a:srgbClr val="F9C0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13aad04fd39_4_11"/>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13aad04fd39_4_11"/>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13aad04fd39_4_11"/>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13aad04fd39_4_11"/>
          <p:cNvSpPr/>
          <p:nvPr/>
        </p:nvSpPr>
        <p:spPr>
          <a:xfrm>
            <a:off x="16796367"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13aad04fd39_4_11"/>
          <p:cNvSpPr/>
          <p:nvPr/>
        </p:nvSpPr>
        <p:spPr>
          <a:xfrm>
            <a:off x="16389989"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13aad04fd39_4_11"/>
          <p:cNvSpPr/>
          <p:nvPr/>
        </p:nvSpPr>
        <p:spPr>
          <a:xfrm>
            <a:off x="15983612"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8" name="Google Shape;278;g13aad04fd39_4_11"/>
          <p:cNvPicPr preferRelativeResize="0"/>
          <p:nvPr/>
        </p:nvPicPr>
        <p:blipFill>
          <a:blip r:embed="rId3">
            <a:alphaModFix/>
          </a:blip>
          <a:stretch>
            <a:fillRect/>
          </a:stretch>
        </p:blipFill>
        <p:spPr>
          <a:xfrm>
            <a:off x="7086600" y="0"/>
            <a:ext cx="11190698" cy="5143501"/>
          </a:xfrm>
          <a:prstGeom prst="rect">
            <a:avLst/>
          </a:prstGeom>
          <a:noFill/>
          <a:ln>
            <a:noFill/>
          </a:ln>
        </p:spPr>
      </p:pic>
      <p:pic>
        <p:nvPicPr>
          <p:cNvPr id="279" name="Google Shape;279;g13aad04fd39_4_11"/>
          <p:cNvPicPr preferRelativeResize="0"/>
          <p:nvPr/>
        </p:nvPicPr>
        <p:blipFill>
          <a:blip r:embed="rId4">
            <a:alphaModFix/>
          </a:blip>
          <a:stretch>
            <a:fillRect/>
          </a:stretch>
        </p:blipFill>
        <p:spPr>
          <a:xfrm>
            <a:off x="0" y="5143500"/>
            <a:ext cx="11190691" cy="5143501"/>
          </a:xfrm>
          <a:prstGeom prst="rect">
            <a:avLst/>
          </a:prstGeom>
          <a:noFill/>
          <a:ln>
            <a:noFill/>
          </a:ln>
        </p:spPr>
      </p:pic>
      <p:pic>
        <p:nvPicPr>
          <p:cNvPr id="280" name="Google Shape;280;g13aad04fd39_4_11"/>
          <p:cNvPicPr preferRelativeResize="0"/>
          <p:nvPr/>
        </p:nvPicPr>
        <p:blipFill rotWithShape="1">
          <a:blip r:embed="rId5">
            <a:alphaModFix/>
          </a:blip>
          <a:srcRect b="0" l="0" r="-4362" t="0"/>
          <a:stretch/>
        </p:blipFill>
        <p:spPr>
          <a:xfrm>
            <a:off x="4979500" y="0"/>
            <a:ext cx="2259500" cy="1725250"/>
          </a:xfrm>
          <a:prstGeom prst="rect">
            <a:avLst/>
          </a:prstGeom>
          <a:noFill/>
          <a:ln>
            <a:noFill/>
          </a:ln>
        </p:spPr>
      </p:pic>
      <p:pic>
        <p:nvPicPr>
          <p:cNvPr id="281" name="Google Shape;281;g13aad04fd39_4_11"/>
          <p:cNvPicPr preferRelativeResize="0"/>
          <p:nvPr/>
        </p:nvPicPr>
        <p:blipFill>
          <a:blip r:embed="rId6">
            <a:alphaModFix/>
          </a:blip>
          <a:stretch>
            <a:fillRect/>
          </a:stretch>
        </p:blipFill>
        <p:spPr>
          <a:xfrm>
            <a:off x="11190700" y="8313909"/>
            <a:ext cx="1887300" cy="19730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5" name="Shape 285"/>
        <p:cNvGrpSpPr/>
        <p:nvPr/>
      </p:nvGrpSpPr>
      <p:grpSpPr>
        <a:xfrm>
          <a:off x="0" y="0"/>
          <a:ext cx="0" cy="0"/>
          <a:chOff x="0" y="0"/>
          <a:chExt cx="0" cy="0"/>
        </a:xfrm>
      </p:grpSpPr>
      <p:sp>
        <p:nvSpPr>
          <p:cNvPr id="286" name="Google Shape;286;g13aad04fd39_4_24"/>
          <p:cNvSpPr txBox="1"/>
          <p:nvPr/>
        </p:nvSpPr>
        <p:spPr>
          <a:xfrm>
            <a:off x="353050" y="396150"/>
            <a:ext cx="9321300" cy="107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968"/>
              <a:buFont typeface="Arial"/>
              <a:buNone/>
            </a:pPr>
            <a:r>
              <a:rPr lang="en-US" sz="6968">
                <a:solidFill>
                  <a:srgbClr val="B91646"/>
                </a:solidFill>
              </a:rPr>
              <a:t>Tackling Outliers Part 2 </a:t>
            </a:r>
            <a:endParaRPr b="0" i="0" sz="100" u="none" cap="none" strike="noStrike">
              <a:solidFill>
                <a:srgbClr val="000000"/>
              </a:solidFill>
              <a:latin typeface="Arial"/>
              <a:ea typeface="Arial"/>
              <a:cs typeface="Arial"/>
              <a:sym typeface="Arial"/>
            </a:endParaRPr>
          </a:p>
        </p:txBody>
      </p:sp>
      <p:sp>
        <p:nvSpPr>
          <p:cNvPr id="287" name="Google Shape;287;g13aad04fd39_4_24"/>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13aad04fd39_4_24"/>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g13aad04fd39_4_24"/>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13aad04fd39_4_24"/>
          <p:cNvSpPr/>
          <p:nvPr/>
        </p:nvSpPr>
        <p:spPr>
          <a:xfrm>
            <a:off x="16796367"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g13aad04fd39_4_24"/>
          <p:cNvSpPr/>
          <p:nvPr/>
        </p:nvSpPr>
        <p:spPr>
          <a:xfrm>
            <a:off x="16389989"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13aad04fd39_4_24"/>
          <p:cNvSpPr/>
          <p:nvPr/>
        </p:nvSpPr>
        <p:spPr>
          <a:xfrm>
            <a:off x="15983612"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3" name="Google Shape;293;g13aad04fd39_4_24"/>
          <p:cNvPicPr preferRelativeResize="0"/>
          <p:nvPr/>
        </p:nvPicPr>
        <p:blipFill>
          <a:blip r:embed="rId3">
            <a:alphaModFix/>
          </a:blip>
          <a:stretch>
            <a:fillRect/>
          </a:stretch>
        </p:blipFill>
        <p:spPr>
          <a:xfrm>
            <a:off x="4" y="1919027"/>
            <a:ext cx="18288001" cy="840558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7" name="Shape 297"/>
        <p:cNvGrpSpPr/>
        <p:nvPr/>
      </p:nvGrpSpPr>
      <p:grpSpPr>
        <a:xfrm>
          <a:off x="0" y="0"/>
          <a:ext cx="0" cy="0"/>
          <a:chOff x="0" y="0"/>
          <a:chExt cx="0" cy="0"/>
        </a:xfrm>
      </p:grpSpPr>
      <p:sp>
        <p:nvSpPr>
          <p:cNvPr id="298" name="Google Shape;298;g13aad04fd39_1_98"/>
          <p:cNvSpPr txBox="1"/>
          <p:nvPr/>
        </p:nvSpPr>
        <p:spPr>
          <a:xfrm>
            <a:off x="0" y="8503000"/>
            <a:ext cx="7304100" cy="184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883"/>
              <a:buFont typeface="Arial"/>
              <a:buNone/>
            </a:pPr>
            <a:r>
              <a:rPr b="1" lang="en-US" sz="12000">
                <a:solidFill>
                  <a:schemeClr val="dk2"/>
                </a:solidFill>
                <a:highlight>
                  <a:srgbClr val="F9C041"/>
                </a:highlight>
                <a:latin typeface="Bebas Neue"/>
                <a:ea typeface="Bebas Neue"/>
                <a:cs typeface="Bebas Neue"/>
                <a:sym typeface="Bebas Neue"/>
              </a:rPr>
              <a:t>Heatmap</a:t>
            </a:r>
            <a:endParaRPr b="0" i="0" sz="12000" u="none" cap="none" strike="noStrike">
              <a:solidFill>
                <a:schemeClr val="dk2"/>
              </a:solidFill>
              <a:highlight>
                <a:srgbClr val="F9C041"/>
              </a:highlight>
              <a:latin typeface="Arial"/>
              <a:ea typeface="Arial"/>
              <a:cs typeface="Arial"/>
              <a:sym typeface="Arial"/>
            </a:endParaRPr>
          </a:p>
        </p:txBody>
      </p:sp>
      <p:grpSp>
        <p:nvGrpSpPr>
          <p:cNvPr id="299" name="Google Shape;299;g13aad04fd39_1_98"/>
          <p:cNvGrpSpPr/>
          <p:nvPr/>
        </p:nvGrpSpPr>
        <p:grpSpPr>
          <a:xfrm>
            <a:off x="11216300" y="2467950"/>
            <a:ext cx="6764930" cy="7034737"/>
            <a:chOff x="0" y="0"/>
            <a:chExt cx="5511594" cy="8262552"/>
          </a:xfrm>
        </p:grpSpPr>
        <p:sp>
          <p:nvSpPr>
            <p:cNvPr id="300" name="Google Shape;300;g13aad04fd39_1_98"/>
            <p:cNvSpPr/>
            <p:nvPr/>
          </p:nvSpPr>
          <p:spPr>
            <a:xfrm>
              <a:off x="31750" y="31750"/>
              <a:ext cx="5448094" cy="8199052"/>
            </a:xfrm>
            <a:custGeom>
              <a:rect b="b" l="l" r="r" t="t"/>
              <a:pathLst>
                <a:path extrusionOk="0" h="8199052" w="5448094">
                  <a:moveTo>
                    <a:pt x="5355384" y="8199051"/>
                  </a:moveTo>
                  <a:lnTo>
                    <a:pt x="92710" y="8199051"/>
                  </a:lnTo>
                  <a:cubicBezTo>
                    <a:pt x="41910" y="8199051"/>
                    <a:pt x="0" y="8157142"/>
                    <a:pt x="0" y="8106342"/>
                  </a:cubicBezTo>
                  <a:lnTo>
                    <a:pt x="0" y="92710"/>
                  </a:lnTo>
                  <a:cubicBezTo>
                    <a:pt x="0" y="41910"/>
                    <a:pt x="41910" y="0"/>
                    <a:pt x="92710" y="0"/>
                  </a:cubicBezTo>
                  <a:lnTo>
                    <a:pt x="5354114" y="0"/>
                  </a:lnTo>
                  <a:cubicBezTo>
                    <a:pt x="5404914" y="0"/>
                    <a:pt x="5446824" y="41910"/>
                    <a:pt x="5446824" y="92710"/>
                  </a:cubicBezTo>
                  <a:lnTo>
                    <a:pt x="5446824" y="8105072"/>
                  </a:lnTo>
                  <a:cubicBezTo>
                    <a:pt x="5448094" y="8157142"/>
                    <a:pt x="5406184" y="8199052"/>
                    <a:pt x="5355384" y="8199052"/>
                  </a:cubicBezTo>
                  <a:close/>
                </a:path>
              </a:pathLst>
            </a:custGeom>
            <a:solidFill>
              <a:srgbClr val="F9C04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13aad04fd39_1_98"/>
            <p:cNvSpPr/>
            <p:nvPr/>
          </p:nvSpPr>
          <p:spPr>
            <a:xfrm>
              <a:off x="0" y="0"/>
              <a:ext cx="5511594" cy="8262552"/>
            </a:xfrm>
            <a:custGeom>
              <a:rect b="b" l="l" r="r" t="t"/>
              <a:pathLst>
                <a:path extrusionOk="0" h="8262552" w="5511594">
                  <a:moveTo>
                    <a:pt x="5387134" y="59690"/>
                  </a:moveTo>
                  <a:cubicBezTo>
                    <a:pt x="5422694" y="59690"/>
                    <a:pt x="5451904" y="88900"/>
                    <a:pt x="5451904" y="124460"/>
                  </a:cubicBezTo>
                  <a:lnTo>
                    <a:pt x="5451904" y="8138092"/>
                  </a:lnTo>
                  <a:cubicBezTo>
                    <a:pt x="5451904" y="8173652"/>
                    <a:pt x="5422694" y="8202862"/>
                    <a:pt x="5387134" y="8202862"/>
                  </a:cubicBezTo>
                  <a:lnTo>
                    <a:pt x="124460" y="8202862"/>
                  </a:lnTo>
                  <a:cubicBezTo>
                    <a:pt x="88900" y="8202862"/>
                    <a:pt x="59690" y="8173652"/>
                    <a:pt x="59690" y="8138092"/>
                  </a:cubicBezTo>
                  <a:lnTo>
                    <a:pt x="59690" y="124460"/>
                  </a:lnTo>
                  <a:cubicBezTo>
                    <a:pt x="59690" y="88900"/>
                    <a:pt x="88900" y="59690"/>
                    <a:pt x="124460" y="59690"/>
                  </a:cubicBezTo>
                  <a:lnTo>
                    <a:pt x="5387134" y="59690"/>
                  </a:lnTo>
                  <a:moveTo>
                    <a:pt x="5387134" y="0"/>
                  </a:moveTo>
                  <a:lnTo>
                    <a:pt x="124460" y="0"/>
                  </a:lnTo>
                  <a:cubicBezTo>
                    <a:pt x="55880" y="0"/>
                    <a:pt x="0" y="55880"/>
                    <a:pt x="0" y="124460"/>
                  </a:cubicBezTo>
                  <a:lnTo>
                    <a:pt x="0" y="8138092"/>
                  </a:lnTo>
                  <a:cubicBezTo>
                    <a:pt x="0" y="8206672"/>
                    <a:pt x="55880" y="8262552"/>
                    <a:pt x="124460" y="8262552"/>
                  </a:cubicBezTo>
                  <a:lnTo>
                    <a:pt x="5387134" y="8262552"/>
                  </a:lnTo>
                  <a:cubicBezTo>
                    <a:pt x="5455714" y="8262552"/>
                    <a:pt x="5511594" y="8206672"/>
                    <a:pt x="5511594" y="8138092"/>
                  </a:cubicBezTo>
                  <a:lnTo>
                    <a:pt x="5511594" y="124460"/>
                  </a:lnTo>
                  <a:cubicBezTo>
                    <a:pt x="5511594" y="55880"/>
                    <a:pt x="5455714" y="0"/>
                    <a:pt x="5387134"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2" name="Google Shape;302;g13aad04fd39_1_98"/>
          <p:cNvSpPr txBox="1"/>
          <p:nvPr/>
        </p:nvSpPr>
        <p:spPr>
          <a:xfrm>
            <a:off x="11713150" y="3155800"/>
            <a:ext cx="5861700" cy="3508500"/>
          </a:xfrm>
          <a:prstGeom prst="rect">
            <a:avLst/>
          </a:prstGeom>
          <a:noFill/>
          <a:ln>
            <a:noFill/>
          </a:ln>
        </p:spPr>
        <p:txBody>
          <a:bodyPr anchorCtr="0" anchor="t" bIns="91425" lIns="91425" spcFirstLastPara="1" rIns="91425" wrap="square" tIns="91425">
            <a:spAutoFit/>
          </a:bodyPr>
          <a:lstStyle/>
          <a:p>
            <a:pPr indent="0" lvl="0" marL="0" marR="0" rtl="0" algn="l">
              <a:lnSpc>
                <a:spcPct val="160025"/>
              </a:lnSpc>
              <a:spcBef>
                <a:spcPts val="0"/>
              </a:spcBef>
              <a:spcAft>
                <a:spcPts val="0"/>
              </a:spcAft>
              <a:buNone/>
            </a:pPr>
            <a:r>
              <a:rPr b="1" lang="en-US" sz="2399">
                <a:solidFill>
                  <a:schemeClr val="dk1"/>
                </a:solidFill>
                <a:latin typeface="Poppins"/>
                <a:ea typeface="Poppins"/>
                <a:cs typeface="Poppins"/>
                <a:sym typeface="Poppins"/>
              </a:rPr>
              <a:t>Trivial:</a:t>
            </a:r>
            <a:endParaRPr b="1" sz="2399">
              <a:solidFill>
                <a:schemeClr val="dk1"/>
              </a:solidFill>
              <a:latin typeface="Poppins"/>
              <a:ea typeface="Poppins"/>
              <a:cs typeface="Poppins"/>
              <a:sym typeface="Poppins"/>
            </a:endParaRPr>
          </a:p>
          <a:p>
            <a:pPr indent="-380936" lvl="0" marL="457200" marR="0" rtl="0" algn="l">
              <a:lnSpc>
                <a:spcPct val="160025"/>
              </a:lnSpc>
              <a:spcBef>
                <a:spcPts val="0"/>
              </a:spcBef>
              <a:spcAft>
                <a:spcPts val="0"/>
              </a:spcAft>
              <a:buClr>
                <a:schemeClr val="dk1"/>
              </a:buClr>
              <a:buSzPts val="2399"/>
              <a:buFont typeface="Poppins"/>
              <a:buChar char="●"/>
            </a:pPr>
            <a:r>
              <a:rPr lang="en-US" sz="2399">
                <a:solidFill>
                  <a:schemeClr val="dk1"/>
                </a:solidFill>
                <a:latin typeface="Poppins"/>
                <a:ea typeface="Poppins"/>
                <a:cs typeface="Poppins"/>
                <a:sym typeface="Poppins"/>
              </a:rPr>
              <a:t>Teen Pregnancy vs Pregnancy Total</a:t>
            </a:r>
            <a:endParaRPr sz="2399">
              <a:solidFill>
                <a:schemeClr val="dk1"/>
              </a:solidFill>
              <a:latin typeface="Poppins"/>
              <a:ea typeface="Poppins"/>
              <a:cs typeface="Poppins"/>
              <a:sym typeface="Poppins"/>
            </a:endParaRPr>
          </a:p>
          <a:p>
            <a:pPr indent="-380936" lvl="0" marL="457200" marR="0" rtl="0" algn="l">
              <a:lnSpc>
                <a:spcPct val="160025"/>
              </a:lnSpc>
              <a:spcBef>
                <a:spcPts val="0"/>
              </a:spcBef>
              <a:spcAft>
                <a:spcPts val="0"/>
              </a:spcAft>
              <a:buClr>
                <a:schemeClr val="dk1"/>
              </a:buClr>
              <a:buSzPts val="2399"/>
              <a:buFont typeface="Poppins"/>
              <a:buChar char="●"/>
            </a:pPr>
            <a:r>
              <a:rPr lang="en-US" sz="2399">
                <a:solidFill>
                  <a:schemeClr val="dk1"/>
                </a:solidFill>
                <a:latin typeface="Poppins"/>
                <a:ea typeface="Poppins"/>
                <a:cs typeface="Poppins"/>
                <a:sym typeface="Poppins"/>
              </a:rPr>
              <a:t>Birth Total vs Pregnancy Total</a:t>
            </a:r>
            <a:endParaRPr sz="2399">
              <a:solidFill>
                <a:schemeClr val="dk1"/>
              </a:solidFill>
              <a:latin typeface="Poppins"/>
              <a:ea typeface="Poppins"/>
              <a:cs typeface="Poppins"/>
              <a:sym typeface="Poppins"/>
            </a:endParaRPr>
          </a:p>
          <a:p>
            <a:pPr indent="-380936" lvl="0" marL="457200" marR="0" rtl="0" algn="l">
              <a:lnSpc>
                <a:spcPct val="160025"/>
              </a:lnSpc>
              <a:spcBef>
                <a:spcPts val="0"/>
              </a:spcBef>
              <a:spcAft>
                <a:spcPts val="0"/>
              </a:spcAft>
              <a:buClr>
                <a:schemeClr val="dk1"/>
              </a:buClr>
              <a:buSzPts val="2399"/>
              <a:buFont typeface="Poppins"/>
              <a:buChar char="●"/>
            </a:pPr>
            <a:r>
              <a:rPr lang="en-US" sz="2399">
                <a:solidFill>
                  <a:schemeClr val="dk1"/>
                </a:solidFill>
                <a:latin typeface="Poppins"/>
                <a:ea typeface="Poppins"/>
                <a:cs typeface="Poppins"/>
                <a:sym typeface="Poppins"/>
              </a:rPr>
              <a:t>Birth Total vs Teen Pregnancy</a:t>
            </a:r>
            <a:endParaRPr sz="2399">
              <a:solidFill>
                <a:schemeClr val="dk1"/>
              </a:solidFill>
              <a:latin typeface="Poppins"/>
              <a:ea typeface="Poppins"/>
              <a:cs typeface="Poppins"/>
              <a:sym typeface="Poppins"/>
            </a:endParaRPr>
          </a:p>
          <a:p>
            <a:pPr indent="0" lvl="0" marL="457200" marR="0" rtl="0" algn="l">
              <a:lnSpc>
                <a:spcPct val="160025"/>
              </a:lnSpc>
              <a:spcBef>
                <a:spcPts val="0"/>
              </a:spcBef>
              <a:spcAft>
                <a:spcPts val="0"/>
              </a:spcAft>
              <a:buNone/>
            </a:pPr>
            <a:r>
              <a:t/>
            </a:r>
            <a:endParaRPr sz="2399">
              <a:solidFill>
                <a:schemeClr val="dk1"/>
              </a:solidFill>
              <a:latin typeface="Poppins"/>
              <a:ea typeface="Poppins"/>
              <a:cs typeface="Poppins"/>
              <a:sym typeface="Poppins"/>
            </a:endParaRPr>
          </a:p>
        </p:txBody>
      </p:sp>
      <p:pic>
        <p:nvPicPr>
          <p:cNvPr id="303" name="Google Shape;303;g13aad04fd39_1_98"/>
          <p:cNvPicPr preferRelativeResize="0"/>
          <p:nvPr/>
        </p:nvPicPr>
        <p:blipFill>
          <a:blip r:embed="rId3">
            <a:alphaModFix/>
          </a:blip>
          <a:stretch>
            <a:fillRect/>
          </a:stretch>
        </p:blipFill>
        <p:spPr>
          <a:xfrm>
            <a:off x="0" y="0"/>
            <a:ext cx="10910264" cy="8153725"/>
          </a:xfrm>
          <a:prstGeom prst="rect">
            <a:avLst/>
          </a:prstGeom>
          <a:noFill/>
          <a:ln>
            <a:noFill/>
          </a:ln>
        </p:spPr>
      </p:pic>
      <p:sp>
        <p:nvSpPr>
          <p:cNvPr id="304" name="Google Shape;304;g13aad04fd39_1_98"/>
          <p:cNvSpPr txBox="1"/>
          <p:nvPr/>
        </p:nvSpPr>
        <p:spPr>
          <a:xfrm>
            <a:off x="11713150" y="6594575"/>
            <a:ext cx="5861700" cy="1735800"/>
          </a:xfrm>
          <a:prstGeom prst="rect">
            <a:avLst/>
          </a:prstGeom>
          <a:noFill/>
          <a:ln>
            <a:noFill/>
          </a:ln>
        </p:spPr>
        <p:txBody>
          <a:bodyPr anchorCtr="0" anchor="t" bIns="91425" lIns="91425" spcFirstLastPara="1" rIns="91425" wrap="square" tIns="91425">
            <a:spAutoFit/>
          </a:bodyPr>
          <a:lstStyle/>
          <a:p>
            <a:pPr indent="0" lvl="0" marL="0" marR="0" rtl="0" algn="l">
              <a:lnSpc>
                <a:spcPct val="160025"/>
              </a:lnSpc>
              <a:spcBef>
                <a:spcPts val="0"/>
              </a:spcBef>
              <a:spcAft>
                <a:spcPts val="0"/>
              </a:spcAft>
              <a:buNone/>
            </a:pPr>
            <a:r>
              <a:rPr b="1" lang="en-US" sz="2399">
                <a:solidFill>
                  <a:schemeClr val="dk1"/>
                </a:solidFill>
                <a:latin typeface="Poppins"/>
                <a:ea typeface="Poppins"/>
                <a:cs typeface="Poppins"/>
                <a:sym typeface="Poppins"/>
              </a:rPr>
              <a:t>Potentially Interesting</a:t>
            </a:r>
            <a:r>
              <a:rPr b="1" lang="en-US" sz="2399">
                <a:solidFill>
                  <a:schemeClr val="dk1"/>
                </a:solidFill>
                <a:latin typeface="Poppins"/>
                <a:ea typeface="Poppins"/>
                <a:cs typeface="Poppins"/>
                <a:sym typeface="Poppins"/>
              </a:rPr>
              <a:t>:</a:t>
            </a:r>
            <a:endParaRPr b="1" sz="2399">
              <a:solidFill>
                <a:schemeClr val="dk1"/>
              </a:solidFill>
              <a:latin typeface="Poppins"/>
              <a:ea typeface="Poppins"/>
              <a:cs typeface="Poppins"/>
              <a:sym typeface="Poppins"/>
            </a:endParaRPr>
          </a:p>
          <a:p>
            <a:pPr indent="-380936" lvl="0" marL="457200" marR="0" rtl="0" algn="l">
              <a:lnSpc>
                <a:spcPct val="160025"/>
              </a:lnSpc>
              <a:spcBef>
                <a:spcPts val="0"/>
              </a:spcBef>
              <a:spcAft>
                <a:spcPts val="0"/>
              </a:spcAft>
              <a:buClr>
                <a:schemeClr val="dk1"/>
              </a:buClr>
              <a:buSzPts val="2399"/>
              <a:buFont typeface="Poppins"/>
              <a:buChar char="●"/>
            </a:pPr>
            <a:r>
              <a:rPr lang="en-US" sz="2399">
                <a:solidFill>
                  <a:schemeClr val="dk1"/>
                </a:solidFill>
                <a:latin typeface="Poppins"/>
                <a:ea typeface="Poppins"/>
                <a:cs typeface="Poppins"/>
                <a:sym typeface="Poppins"/>
              </a:rPr>
              <a:t>State Color vs Birth Total</a:t>
            </a:r>
            <a:endParaRPr sz="2399">
              <a:solidFill>
                <a:schemeClr val="dk1"/>
              </a:solidFill>
              <a:latin typeface="Poppins"/>
              <a:ea typeface="Poppins"/>
              <a:cs typeface="Poppins"/>
              <a:sym typeface="Poppins"/>
            </a:endParaRPr>
          </a:p>
          <a:p>
            <a:pPr indent="0" lvl="0" marL="457200" marR="0" rtl="0" algn="l">
              <a:lnSpc>
                <a:spcPct val="160025"/>
              </a:lnSpc>
              <a:spcBef>
                <a:spcPts val="0"/>
              </a:spcBef>
              <a:spcAft>
                <a:spcPts val="0"/>
              </a:spcAft>
              <a:buNone/>
            </a:pPr>
            <a:r>
              <a:t/>
            </a:r>
            <a:endParaRPr sz="2399">
              <a:solidFill>
                <a:schemeClr val="dk1"/>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308" name="Shape 308"/>
        <p:cNvGrpSpPr/>
        <p:nvPr/>
      </p:nvGrpSpPr>
      <p:grpSpPr>
        <a:xfrm>
          <a:off x="0" y="0"/>
          <a:ext cx="0" cy="0"/>
          <a:chOff x="0" y="0"/>
          <a:chExt cx="0" cy="0"/>
        </a:xfrm>
      </p:grpSpPr>
      <p:sp>
        <p:nvSpPr>
          <p:cNvPr id="309" name="Google Shape;309;g13aad04fd39_1_74"/>
          <p:cNvSpPr txBox="1"/>
          <p:nvPr/>
        </p:nvSpPr>
        <p:spPr>
          <a:xfrm>
            <a:off x="325975" y="519575"/>
            <a:ext cx="9954300" cy="161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883"/>
              <a:buFont typeface="Arial"/>
              <a:buNone/>
            </a:pPr>
            <a:r>
              <a:rPr b="1" lang="en-US" sz="10483">
                <a:solidFill>
                  <a:schemeClr val="dk2"/>
                </a:solidFill>
                <a:latin typeface="Bebas Neue"/>
                <a:ea typeface="Bebas Neue"/>
                <a:cs typeface="Bebas Neue"/>
                <a:sym typeface="Bebas Neue"/>
              </a:rPr>
              <a:t>LInear Regression</a:t>
            </a:r>
            <a:endParaRPr b="0" i="0" sz="10383" u="none" cap="none" strike="noStrike">
              <a:solidFill>
                <a:schemeClr val="dk2"/>
              </a:solidFill>
              <a:latin typeface="Arial"/>
              <a:ea typeface="Arial"/>
              <a:cs typeface="Arial"/>
              <a:sym typeface="Arial"/>
            </a:endParaRPr>
          </a:p>
        </p:txBody>
      </p:sp>
      <p:grpSp>
        <p:nvGrpSpPr>
          <p:cNvPr id="310" name="Google Shape;310;g13aad04fd39_1_74"/>
          <p:cNvGrpSpPr/>
          <p:nvPr/>
        </p:nvGrpSpPr>
        <p:grpSpPr>
          <a:xfrm>
            <a:off x="10079375" y="1790125"/>
            <a:ext cx="6764930" cy="5526821"/>
            <a:chOff x="0" y="0"/>
            <a:chExt cx="5511594" cy="8262552"/>
          </a:xfrm>
        </p:grpSpPr>
        <p:sp>
          <p:nvSpPr>
            <p:cNvPr id="311" name="Google Shape;311;g13aad04fd39_1_74"/>
            <p:cNvSpPr/>
            <p:nvPr/>
          </p:nvSpPr>
          <p:spPr>
            <a:xfrm>
              <a:off x="31750" y="31750"/>
              <a:ext cx="5448094" cy="8199052"/>
            </a:xfrm>
            <a:custGeom>
              <a:rect b="b" l="l" r="r" t="t"/>
              <a:pathLst>
                <a:path extrusionOk="0" h="8199052" w="5448094">
                  <a:moveTo>
                    <a:pt x="5355384" y="8199051"/>
                  </a:moveTo>
                  <a:lnTo>
                    <a:pt x="92710" y="8199051"/>
                  </a:lnTo>
                  <a:cubicBezTo>
                    <a:pt x="41910" y="8199051"/>
                    <a:pt x="0" y="8157142"/>
                    <a:pt x="0" y="8106342"/>
                  </a:cubicBezTo>
                  <a:lnTo>
                    <a:pt x="0" y="92710"/>
                  </a:lnTo>
                  <a:cubicBezTo>
                    <a:pt x="0" y="41910"/>
                    <a:pt x="41910" y="0"/>
                    <a:pt x="92710" y="0"/>
                  </a:cubicBezTo>
                  <a:lnTo>
                    <a:pt x="5354114" y="0"/>
                  </a:lnTo>
                  <a:cubicBezTo>
                    <a:pt x="5404914" y="0"/>
                    <a:pt x="5446824" y="41910"/>
                    <a:pt x="5446824" y="92710"/>
                  </a:cubicBezTo>
                  <a:lnTo>
                    <a:pt x="5446824" y="8105072"/>
                  </a:lnTo>
                  <a:cubicBezTo>
                    <a:pt x="5448094" y="8157142"/>
                    <a:pt x="5406184" y="8199052"/>
                    <a:pt x="5355384" y="8199052"/>
                  </a:cubicBezTo>
                  <a:close/>
                </a:path>
              </a:pathLst>
            </a:custGeom>
            <a:solidFill>
              <a:srgbClr val="134F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5818E"/>
                </a:solidFill>
                <a:latin typeface="Arial"/>
                <a:ea typeface="Arial"/>
                <a:cs typeface="Arial"/>
                <a:sym typeface="Arial"/>
              </a:endParaRPr>
            </a:p>
          </p:txBody>
        </p:sp>
        <p:sp>
          <p:nvSpPr>
            <p:cNvPr id="312" name="Google Shape;312;g13aad04fd39_1_74"/>
            <p:cNvSpPr/>
            <p:nvPr/>
          </p:nvSpPr>
          <p:spPr>
            <a:xfrm>
              <a:off x="0" y="0"/>
              <a:ext cx="5511594" cy="8262552"/>
            </a:xfrm>
            <a:custGeom>
              <a:rect b="b" l="l" r="r" t="t"/>
              <a:pathLst>
                <a:path extrusionOk="0" h="8262552" w="5511594">
                  <a:moveTo>
                    <a:pt x="5387134" y="59690"/>
                  </a:moveTo>
                  <a:cubicBezTo>
                    <a:pt x="5422694" y="59690"/>
                    <a:pt x="5451904" y="88900"/>
                    <a:pt x="5451904" y="124460"/>
                  </a:cubicBezTo>
                  <a:lnTo>
                    <a:pt x="5451904" y="8138092"/>
                  </a:lnTo>
                  <a:cubicBezTo>
                    <a:pt x="5451904" y="8173652"/>
                    <a:pt x="5422694" y="8202862"/>
                    <a:pt x="5387134" y="8202862"/>
                  </a:cubicBezTo>
                  <a:lnTo>
                    <a:pt x="124460" y="8202862"/>
                  </a:lnTo>
                  <a:cubicBezTo>
                    <a:pt x="88900" y="8202862"/>
                    <a:pt x="59690" y="8173652"/>
                    <a:pt x="59690" y="8138092"/>
                  </a:cubicBezTo>
                  <a:lnTo>
                    <a:pt x="59690" y="124460"/>
                  </a:lnTo>
                  <a:cubicBezTo>
                    <a:pt x="59690" y="88900"/>
                    <a:pt x="88900" y="59690"/>
                    <a:pt x="124460" y="59690"/>
                  </a:cubicBezTo>
                  <a:lnTo>
                    <a:pt x="5387134" y="59690"/>
                  </a:lnTo>
                  <a:moveTo>
                    <a:pt x="5387134" y="0"/>
                  </a:moveTo>
                  <a:lnTo>
                    <a:pt x="124460" y="0"/>
                  </a:lnTo>
                  <a:cubicBezTo>
                    <a:pt x="55880" y="0"/>
                    <a:pt x="0" y="55880"/>
                    <a:pt x="0" y="124460"/>
                  </a:cubicBezTo>
                  <a:lnTo>
                    <a:pt x="0" y="8138092"/>
                  </a:lnTo>
                  <a:cubicBezTo>
                    <a:pt x="0" y="8206672"/>
                    <a:pt x="55880" y="8262552"/>
                    <a:pt x="124460" y="8262552"/>
                  </a:cubicBezTo>
                  <a:lnTo>
                    <a:pt x="5387134" y="8262552"/>
                  </a:lnTo>
                  <a:cubicBezTo>
                    <a:pt x="5455714" y="8262552"/>
                    <a:pt x="5511594" y="8206672"/>
                    <a:pt x="5511594" y="8138092"/>
                  </a:cubicBezTo>
                  <a:lnTo>
                    <a:pt x="5511594" y="124460"/>
                  </a:lnTo>
                  <a:cubicBezTo>
                    <a:pt x="5511594" y="55880"/>
                    <a:pt x="5455714" y="0"/>
                    <a:pt x="5387134" y="0"/>
                  </a:cubicBezTo>
                  <a:close/>
                </a:path>
              </a:pathLst>
            </a:custGeom>
            <a:solidFill>
              <a:srgbClr val="134F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5818E"/>
                </a:solidFill>
                <a:latin typeface="Arial"/>
                <a:ea typeface="Arial"/>
                <a:cs typeface="Arial"/>
                <a:sym typeface="Arial"/>
              </a:endParaRPr>
            </a:p>
          </p:txBody>
        </p:sp>
      </p:grpSp>
      <p:sp>
        <p:nvSpPr>
          <p:cNvPr id="313" name="Google Shape;313;g13aad04fd39_1_74"/>
          <p:cNvSpPr txBox="1"/>
          <p:nvPr/>
        </p:nvSpPr>
        <p:spPr>
          <a:xfrm>
            <a:off x="10472025" y="1866325"/>
            <a:ext cx="5979600" cy="56520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0"/>
              </a:spcBef>
              <a:spcAft>
                <a:spcPts val="0"/>
              </a:spcAft>
              <a:buClr>
                <a:schemeClr val="lt1"/>
              </a:buClr>
              <a:buSzPts val="2400"/>
              <a:buFont typeface="Poppins"/>
              <a:buChar char="●"/>
            </a:pPr>
            <a:r>
              <a:rPr lang="en-US" sz="2400">
                <a:solidFill>
                  <a:schemeClr val="lt1"/>
                </a:solidFill>
              </a:rPr>
              <a:t>Linear regression is a </a:t>
            </a:r>
            <a:r>
              <a:rPr b="1" lang="en-US" sz="2400">
                <a:solidFill>
                  <a:schemeClr val="lt1"/>
                </a:solidFill>
              </a:rPr>
              <a:t>linear </a:t>
            </a:r>
            <a:r>
              <a:rPr lang="en-US" sz="2400">
                <a:solidFill>
                  <a:schemeClr val="lt1"/>
                </a:solidFill>
              </a:rPr>
              <a:t>model that predicts using lines or hyperplanes like the picture in RHS were a single line separates triangles from non-triangles. </a:t>
            </a:r>
            <a:endParaRPr sz="2400">
              <a:solidFill>
                <a:schemeClr val="lt1"/>
              </a:solidFill>
            </a:endParaRPr>
          </a:p>
          <a:p>
            <a:pPr indent="-381000" lvl="0" marL="457200" rtl="0" algn="l">
              <a:lnSpc>
                <a:spcPct val="115000"/>
              </a:lnSpc>
              <a:spcBef>
                <a:spcPts val="0"/>
              </a:spcBef>
              <a:spcAft>
                <a:spcPts val="0"/>
              </a:spcAft>
              <a:buClr>
                <a:schemeClr val="lt1"/>
              </a:buClr>
              <a:buSzPts val="2400"/>
              <a:buFont typeface="Poppins"/>
              <a:buChar char="●"/>
            </a:pPr>
            <a:r>
              <a:rPr lang="en-US" sz="2400">
                <a:solidFill>
                  <a:schemeClr val="lt1"/>
                </a:solidFill>
              </a:rPr>
              <a:t>For our analysis as well, we tested bunch of models to make accurate prediction for our target/ dependent attribute i.e “abortionratetotal” by training 80% of their data with 80% of other independent attributes from our dataset excluding the “abortionratetotal”.</a:t>
            </a:r>
            <a:endParaRPr sz="2400">
              <a:solidFill>
                <a:schemeClr val="lt1"/>
              </a:solidFill>
            </a:endParaRPr>
          </a:p>
          <a:p>
            <a:pPr indent="0" lvl="0" marL="457200" marR="0" rtl="0" algn="l">
              <a:lnSpc>
                <a:spcPct val="160025"/>
              </a:lnSpc>
              <a:spcBef>
                <a:spcPts val="0"/>
              </a:spcBef>
              <a:spcAft>
                <a:spcPts val="0"/>
              </a:spcAft>
              <a:buNone/>
            </a:pPr>
            <a:r>
              <a:t/>
            </a:r>
            <a:endParaRPr sz="2399">
              <a:solidFill>
                <a:schemeClr val="lt1"/>
              </a:solidFill>
              <a:latin typeface="Poppins"/>
              <a:ea typeface="Poppins"/>
              <a:cs typeface="Poppins"/>
              <a:sym typeface="Poppins"/>
            </a:endParaRPr>
          </a:p>
        </p:txBody>
      </p:sp>
      <p:sp>
        <p:nvSpPr>
          <p:cNvPr id="314" name="Google Shape;314;g13aad04fd39_1_74"/>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g13aad04fd39_1_74"/>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13aad04fd39_1_74"/>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7" name="Google Shape;317;g13aad04fd39_1_74"/>
          <p:cNvPicPr preferRelativeResize="0"/>
          <p:nvPr/>
        </p:nvPicPr>
        <p:blipFill>
          <a:blip r:embed="rId3">
            <a:alphaModFix/>
          </a:blip>
          <a:stretch>
            <a:fillRect/>
          </a:stretch>
        </p:blipFill>
        <p:spPr>
          <a:xfrm>
            <a:off x="1512350" y="3120275"/>
            <a:ext cx="7853951" cy="4715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321" name="Shape 321"/>
        <p:cNvGrpSpPr/>
        <p:nvPr/>
      </p:nvGrpSpPr>
      <p:grpSpPr>
        <a:xfrm>
          <a:off x="0" y="0"/>
          <a:ext cx="0" cy="0"/>
          <a:chOff x="0" y="0"/>
          <a:chExt cx="0" cy="0"/>
        </a:xfrm>
      </p:grpSpPr>
      <p:sp>
        <p:nvSpPr>
          <p:cNvPr id="322" name="Google Shape;322;g13aad04fd39_1_122"/>
          <p:cNvSpPr txBox="1"/>
          <p:nvPr/>
        </p:nvSpPr>
        <p:spPr>
          <a:xfrm>
            <a:off x="1028700" y="992500"/>
            <a:ext cx="12120900" cy="138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968"/>
              <a:buFont typeface="Arial"/>
              <a:buNone/>
            </a:pPr>
            <a:r>
              <a:rPr lang="en-US" sz="8968">
                <a:solidFill>
                  <a:srgbClr val="B91646"/>
                </a:solidFill>
              </a:rPr>
              <a:t>LINEAR REGRESSION</a:t>
            </a:r>
            <a:r>
              <a:rPr lang="en-US" sz="8968">
                <a:solidFill>
                  <a:srgbClr val="B91646"/>
                </a:solidFill>
              </a:rPr>
              <a:t>  </a:t>
            </a:r>
            <a:endParaRPr b="0" i="0" sz="1400" u="none" cap="none" strike="noStrike">
              <a:solidFill>
                <a:srgbClr val="000000"/>
              </a:solidFill>
              <a:latin typeface="Arial"/>
              <a:ea typeface="Arial"/>
              <a:cs typeface="Arial"/>
              <a:sym typeface="Arial"/>
            </a:endParaRPr>
          </a:p>
        </p:txBody>
      </p:sp>
      <p:sp>
        <p:nvSpPr>
          <p:cNvPr id="323" name="Google Shape;323;g13aad04fd39_1_122"/>
          <p:cNvSpPr txBox="1"/>
          <p:nvPr/>
        </p:nvSpPr>
        <p:spPr>
          <a:xfrm>
            <a:off x="6287225" y="3367975"/>
            <a:ext cx="6378900" cy="3914700"/>
          </a:xfrm>
          <a:prstGeom prst="rect">
            <a:avLst/>
          </a:prstGeom>
          <a:noFill/>
          <a:ln>
            <a:noFill/>
          </a:ln>
        </p:spPr>
        <p:txBody>
          <a:bodyPr anchorCtr="0" anchor="t" bIns="0" lIns="0" spcFirstLastPara="1" rIns="0" wrap="square" tIns="0">
            <a:spAutoFit/>
          </a:bodyPr>
          <a:lstStyle/>
          <a:p>
            <a:pPr indent="-380936" lvl="0" marL="457200" marR="0" rtl="0" algn="l">
              <a:lnSpc>
                <a:spcPct val="160025"/>
              </a:lnSpc>
              <a:spcBef>
                <a:spcPts val="0"/>
              </a:spcBef>
              <a:spcAft>
                <a:spcPts val="0"/>
              </a:spcAft>
              <a:buClr>
                <a:srgbClr val="000000"/>
              </a:buClr>
              <a:buSzPts val="2399"/>
              <a:buFont typeface="Poppins"/>
              <a:buChar char="●"/>
            </a:pPr>
            <a:r>
              <a:rPr lang="en-US" sz="2399">
                <a:latin typeface="Poppins"/>
                <a:ea typeface="Poppins"/>
                <a:cs typeface="Poppins"/>
                <a:sym typeface="Poppins"/>
              </a:rPr>
              <a:t>Results:</a:t>
            </a:r>
            <a:endParaRPr sz="2399">
              <a:latin typeface="Poppins"/>
              <a:ea typeface="Poppins"/>
              <a:cs typeface="Poppins"/>
              <a:sym typeface="Poppins"/>
            </a:endParaRPr>
          </a:p>
          <a:p>
            <a:pPr indent="-380936" lvl="0" marL="457200" marR="0" rtl="0" algn="l">
              <a:lnSpc>
                <a:spcPct val="160025"/>
              </a:lnSpc>
              <a:spcBef>
                <a:spcPts val="0"/>
              </a:spcBef>
              <a:spcAft>
                <a:spcPts val="0"/>
              </a:spcAft>
              <a:buSzPts val="2399"/>
              <a:buFont typeface="Poppins"/>
              <a:buChar char="●"/>
            </a:pPr>
            <a:r>
              <a:rPr lang="en-US" sz="2399">
                <a:latin typeface="Poppins"/>
                <a:ea typeface="Poppins"/>
                <a:cs typeface="Poppins"/>
                <a:sym typeface="Poppins"/>
              </a:rPr>
              <a:t>RHS has our results for actual value of our test(“abortionratetotal”) dataset and value of what our model predicted. </a:t>
            </a:r>
            <a:endParaRPr sz="2399">
              <a:latin typeface="Poppins"/>
              <a:ea typeface="Poppins"/>
              <a:cs typeface="Poppins"/>
              <a:sym typeface="Poppins"/>
            </a:endParaRPr>
          </a:p>
          <a:p>
            <a:pPr indent="-380936" lvl="0" marL="457200" marR="0" rtl="0" algn="l">
              <a:lnSpc>
                <a:spcPct val="160025"/>
              </a:lnSpc>
              <a:spcBef>
                <a:spcPts val="0"/>
              </a:spcBef>
              <a:spcAft>
                <a:spcPts val="0"/>
              </a:spcAft>
              <a:buSzPts val="2399"/>
              <a:buFont typeface="Poppins"/>
              <a:buChar char="●"/>
            </a:pPr>
            <a:r>
              <a:rPr lang="en-US" sz="2399">
                <a:latin typeface="Poppins"/>
                <a:ea typeface="Poppins"/>
                <a:cs typeface="Poppins"/>
                <a:sym typeface="Poppins"/>
              </a:rPr>
              <a:t>LHS shows our r2_score which shows </a:t>
            </a:r>
            <a:r>
              <a:rPr lang="en-US" sz="2399">
                <a:solidFill>
                  <a:schemeClr val="dk1"/>
                </a:solidFill>
                <a:latin typeface="Poppins"/>
                <a:ea typeface="Poppins"/>
                <a:cs typeface="Poppins"/>
                <a:sym typeface="Poppins"/>
              </a:rPr>
              <a:t>our results are 90%accurate</a:t>
            </a:r>
            <a:r>
              <a:rPr lang="en-US" sz="2399">
                <a:latin typeface="Poppins"/>
                <a:ea typeface="Poppins"/>
                <a:cs typeface="Poppins"/>
                <a:sym typeface="Poppins"/>
              </a:rPr>
              <a:t>. </a:t>
            </a:r>
            <a:endParaRPr sz="2399">
              <a:latin typeface="Poppins"/>
              <a:ea typeface="Poppins"/>
              <a:cs typeface="Poppins"/>
              <a:sym typeface="Poppins"/>
            </a:endParaRPr>
          </a:p>
        </p:txBody>
      </p:sp>
      <p:sp>
        <p:nvSpPr>
          <p:cNvPr id="324" name="Google Shape;324;g13aad04fd39_1_122"/>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g13aad04fd39_1_122"/>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13aad04fd39_1_122"/>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g13aad04fd39_1_122"/>
          <p:cNvSpPr/>
          <p:nvPr/>
        </p:nvSpPr>
        <p:spPr>
          <a:xfrm>
            <a:off x="16796367"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g13aad04fd39_1_122"/>
          <p:cNvSpPr/>
          <p:nvPr/>
        </p:nvSpPr>
        <p:spPr>
          <a:xfrm>
            <a:off x="16389989"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g13aad04fd39_1_122"/>
          <p:cNvSpPr/>
          <p:nvPr/>
        </p:nvSpPr>
        <p:spPr>
          <a:xfrm>
            <a:off x="15983612"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0" name="Google Shape;330;g13aad04fd39_1_122"/>
          <p:cNvPicPr preferRelativeResize="0"/>
          <p:nvPr/>
        </p:nvPicPr>
        <p:blipFill>
          <a:blip r:embed="rId3">
            <a:alphaModFix/>
          </a:blip>
          <a:stretch>
            <a:fillRect/>
          </a:stretch>
        </p:blipFill>
        <p:spPr>
          <a:xfrm>
            <a:off x="1204925" y="3092200"/>
            <a:ext cx="4215425" cy="4120050"/>
          </a:xfrm>
          <a:prstGeom prst="rect">
            <a:avLst/>
          </a:prstGeom>
          <a:noFill/>
          <a:ln>
            <a:noFill/>
          </a:ln>
        </p:spPr>
      </p:pic>
      <p:pic>
        <p:nvPicPr>
          <p:cNvPr id="331" name="Google Shape;331;g13aad04fd39_1_122"/>
          <p:cNvPicPr preferRelativeResize="0"/>
          <p:nvPr/>
        </p:nvPicPr>
        <p:blipFill>
          <a:blip r:embed="rId4">
            <a:alphaModFix/>
          </a:blip>
          <a:stretch>
            <a:fillRect/>
          </a:stretch>
        </p:blipFill>
        <p:spPr>
          <a:xfrm>
            <a:off x="13552675" y="3367975"/>
            <a:ext cx="3512375" cy="1664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335" name="Shape 335"/>
        <p:cNvGrpSpPr/>
        <p:nvPr/>
      </p:nvGrpSpPr>
      <p:grpSpPr>
        <a:xfrm>
          <a:off x="0" y="0"/>
          <a:ext cx="0" cy="0"/>
          <a:chOff x="0" y="0"/>
          <a:chExt cx="0" cy="0"/>
        </a:xfrm>
      </p:grpSpPr>
      <p:sp>
        <p:nvSpPr>
          <p:cNvPr id="336" name="Google Shape;336;g13aad04fd39_3_12"/>
          <p:cNvSpPr txBox="1"/>
          <p:nvPr/>
        </p:nvSpPr>
        <p:spPr>
          <a:xfrm>
            <a:off x="325975" y="519575"/>
            <a:ext cx="12215700" cy="161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883"/>
              <a:buFont typeface="Arial"/>
              <a:buNone/>
            </a:pPr>
            <a:r>
              <a:rPr b="1" lang="en-US" sz="10483">
                <a:solidFill>
                  <a:srgbClr val="105652"/>
                </a:solidFill>
                <a:latin typeface="Bebas Neue"/>
                <a:ea typeface="Bebas Neue"/>
                <a:cs typeface="Bebas Neue"/>
                <a:sym typeface="Bebas Neue"/>
              </a:rPr>
              <a:t>knn regression</a:t>
            </a:r>
            <a:endParaRPr b="0" i="0" sz="10383" u="none" cap="none" strike="noStrike">
              <a:solidFill>
                <a:srgbClr val="000000"/>
              </a:solidFill>
              <a:latin typeface="Arial"/>
              <a:ea typeface="Arial"/>
              <a:cs typeface="Arial"/>
              <a:sym typeface="Arial"/>
            </a:endParaRPr>
          </a:p>
        </p:txBody>
      </p:sp>
      <p:grpSp>
        <p:nvGrpSpPr>
          <p:cNvPr id="337" name="Google Shape;337;g13aad04fd39_3_12"/>
          <p:cNvGrpSpPr/>
          <p:nvPr/>
        </p:nvGrpSpPr>
        <p:grpSpPr>
          <a:xfrm>
            <a:off x="11216300" y="2010750"/>
            <a:ext cx="6764930" cy="7822158"/>
            <a:chOff x="0" y="0"/>
            <a:chExt cx="5511594" cy="8262552"/>
          </a:xfrm>
        </p:grpSpPr>
        <p:sp>
          <p:nvSpPr>
            <p:cNvPr id="338" name="Google Shape;338;g13aad04fd39_3_12"/>
            <p:cNvSpPr/>
            <p:nvPr/>
          </p:nvSpPr>
          <p:spPr>
            <a:xfrm>
              <a:off x="31750" y="31750"/>
              <a:ext cx="5448094" cy="8199052"/>
            </a:xfrm>
            <a:custGeom>
              <a:rect b="b" l="l" r="r" t="t"/>
              <a:pathLst>
                <a:path extrusionOk="0" h="8199052" w="5448094">
                  <a:moveTo>
                    <a:pt x="5355384" y="8199051"/>
                  </a:moveTo>
                  <a:lnTo>
                    <a:pt x="92710" y="8199051"/>
                  </a:lnTo>
                  <a:cubicBezTo>
                    <a:pt x="41910" y="8199051"/>
                    <a:pt x="0" y="8157142"/>
                    <a:pt x="0" y="8106342"/>
                  </a:cubicBezTo>
                  <a:lnTo>
                    <a:pt x="0" y="92710"/>
                  </a:lnTo>
                  <a:cubicBezTo>
                    <a:pt x="0" y="41910"/>
                    <a:pt x="41910" y="0"/>
                    <a:pt x="92710" y="0"/>
                  </a:cubicBezTo>
                  <a:lnTo>
                    <a:pt x="5354114" y="0"/>
                  </a:lnTo>
                  <a:cubicBezTo>
                    <a:pt x="5404914" y="0"/>
                    <a:pt x="5446824" y="41910"/>
                    <a:pt x="5446824" y="92710"/>
                  </a:cubicBezTo>
                  <a:lnTo>
                    <a:pt x="5446824" y="8105072"/>
                  </a:lnTo>
                  <a:cubicBezTo>
                    <a:pt x="5448094" y="8157142"/>
                    <a:pt x="5406184" y="8199052"/>
                    <a:pt x="5355384" y="8199052"/>
                  </a:cubicBezTo>
                  <a:close/>
                </a:path>
              </a:pathLst>
            </a:custGeom>
            <a:solidFill>
              <a:srgbClr val="1056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g13aad04fd39_3_12"/>
            <p:cNvSpPr/>
            <p:nvPr/>
          </p:nvSpPr>
          <p:spPr>
            <a:xfrm>
              <a:off x="0" y="0"/>
              <a:ext cx="5511594" cy="8262552"/>
            </a:xfrm>
            <a:custGeom>
              <a:rect b="b" l="l" r="r" t="t"/>
              <a:pathLst>
                <a:path extrusionOk="0" h="8262552" w="5511594">
                  <a:moveTo>
                    <a:pt x="5387134" y="59690"/>
                  </a:moveTo>
                  <a:cubicBezTo>
                    <a:pt x="5422694" y="59690"/>
                    <a:pt x="5451904" y="88900"/>
                    <a:pt x="5451904" y="124460"/>
                  </a:cubicBezTo>
                  <a:lnTo>
                    <a:pt x="5451904" y="8138092"/>
                  </a:lnTo>
                  <a:cubicBezTo>
                    <a:pt x="5451904" y="8173652"/>
                    <a:pt x="5422694" y="8202862"/>
                    <a:pt x="5387134" y="8202862"/>
                  </a:cubicBezTo>
                  <a:lnTo>
                    <a:pt x="124460" y="8202862"/>
                  </a:lnTo>
                  <a:cubicBezTo>
                    <a:pt x="88900" y="8202862"/>
                    <a:pt x="59690" y="8173652"/>
                    <a:pt x="59690" y="8138092"/>
                  </a:cubicBezTo>
                  <a:lnTo>
                    <a:pt x="59690" y="124460"/>
                  </a:lnTo>
                  <a:cubicBezTo>
                    <a:pt x="59690" y="88900"/>
                    <a:pt x="88900" y="59690"/>
                    <a:pt x="124460" y="59690"/>
                  </a:cubicBezTo>
                  <a:lnTo>
                    <a:pt x="5387134" y="59690"/>
                  </a:lnTo>
                  <a:moveTo>
                    <a:pt x="5387134" y="0"/>
                  </a:moveTo>
                  <a:lnTo>
                    <a:pt x="124460" y="0"/>
                  </a:lnTo>
                  <a:cubicBezTo>
                    <a:pt x="55880" y="0"/>
                    <a:pt x="0" y="55880"/>
                    <a:pt x="0" y="124460"/>
                  </a:cubicBezTo>
                  <a:lnTo>
                    <a:pt x="0" y="8138092"/>
                  </a:lnTo>
                  <a:cubicBezTo>
                    <a:pt x="0" y="8206672"/>
                    <a:pt x="55880" y="8262552"/>
                    <a:pt x="124460" y="8262552"/>
                  </a:cubicBezTo>
                  <a:lnTo>
                    <a:pt x="5387134" y="8262552"/>
                  </a:lnTo>
                  <a:cubicBezTo>
                    <a:pt x="5455714" y="8262552"/>
                    <a:pt x="5511594" y="8206672"/>
                    <a:pt x="5511594" y="8138092"/>
                  </a:cubicBezTo>
                  <a:lnTo>
                    <a:pt x="5511594" y="124460"/>
                  </a:lnTo>
                  <a:cubicBezTo>
                    <a:pt x="5511594" y="55880"/>
                    <a:pt x="5455714" y="0"/>
                    <a:pt x="5387134"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0" name="Google Shape;340;g13aad04fd39_3_12"/>
          <p:cNvSpPr txBox="1"/>
          <p:nvPr/>
        </p:nvSpPr>
        <p:spPr>
          <a:xfrm>
            <a:off x="13646566" y="2504676"/>
            <a:ext cx="35823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999"/>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g13aad04fd39_3_12"/>
          <p:cNvSpPr txBox="1"/>
          <p:nvPr/>
        </p:nvSpPr>
        <p:spPr>
          <a:xfrm>
            <a:off x="12173975" y="2133275"/>
            <a:ext cx="5055000" cy="70203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lt1"/>
              </a:buClr>
              <a:buSzPts val="2200"/>
              <a:buFont typeface="Poppins"/>
              <a:buChar char="●"/>
            </a:pPr>
            <a:r>
              <a:rPr lang="en-US" sz="2200">
                <a:solidFill>
                  <a:schemeClr val="lt1"/>
                </a:solidFill>
              </a:rPr>
              <a:t>K-Nearest Neighbor as Regression is  a non linear model which uses any forms other than lines to separate their cases.</a:t>
            </a:r>
            <a:endParaRPr sz="2200">
              <a:solidFill>
                <a:schemeClr val="lt1"/>
              </a:solidFill>
            </a:endParaRPr>
          </a:p>
          <a:p>
            <a:pPr indent="-368300" lvl="0" marL="457200" rtl="0" algn="l">
              <a:lnSpc>
                <a:spcPct val="115000"/>
              </a:lnSpc>
              <a:spcBef>
                <a:spcPts val="0"/>
              </a:spcBef>
              <a:spcAft>
                <a:spcPts val="0"/>
              </a:spcAft>
              <a:buClr>
                <a:schemeClr val="lt1"/>
              </a:buClr>
              <a:buSzPts val="2200"/>
              <a:buChar char="●"/>
            </a:pPr>
            <a:r>
              <a:rPr lang="en-US" sz="2200">
                <a:solidFill>
                  <a:schemeClr val="lt1"/>
                </a:solidFill>
              </a:rPr>
              <a:t>RHS it uses squares to show how stars, triangle and cross are different from each other. </a:t>
            </a:r>
            <a:endParaRPr sz="2200">
              <a:solidFill>
                <a:schemeClr val="lt1"/>
              </a:solidFill>
            </a:endParaRPr>
          </a:p>
          <a:p>
            <a:pPr indent="-368300" lvl="0" marL="457200" rtl="0" algn="l">
              <a:lnSpc>
                <a:spcPct val="115000"/>
              </a:lnSpc>
              <a:spcBef>
                <a:spcPts val="0"/>
              </a:spcBef>
              <a:spcAft>
                <a:spcPts val="0"/>
              </a:spcAft>
              <a:buClr>
                <a:schemeClr val="lt1"/>
              </a:buClr>
              <a:buSzPts val="2200"/>
              <a:buFont typeface="Poppins"/>
              <a:buChar char="●"/>
            </a:pPr>
            <a:r>
              <a:rPr lang="en-US" sz="2200">
                <a:solidFill>
                  <a:schemeClr val="lt1"/>
                </a:solidFill>
              </a:rPr>
              <a:t>We will be again using same x and y attributes as before but we also feed them n_neigbors = 3 which means when a new data point arrives, the algorithm will start by finding the 3 nearest neighbors of this new data point.</a:t>
            </a:r>
            <a:endParaRPr sz="2200">
              <a:solidFill>
                <a:schemeClr val="lt1"/>
              </a:solidFill>
            </a:endParaRPr>
          </a:p>
          <a:p>
            <a:pPr indent="-368300" lvl="0" marL="457200" rtl="0" algn="l">
              <a:lnSpc>
                <a:spcPct val="115000"/>
              </a:lnSpc>
              <a:spcBef>
                <a:spcPts val="0"/>
              </a:spcBef>
              <a:spcAft>
                <a:spcPts val="0"/>
              </a:spcAft>
              <a:buClr>
                <a:schemeClr val="lt1"/>
              </a:buClr>
              <a:buSzPts val="2200"/>
              <a:buFont typeface="Poppins"/>
              <a:buChar char="●"/>
            </a:pPr>
            <a:r>
              <a:rPr lang="en-US" sz="2200">
                <a:solidFill>
                  <a:schemeClr val="lt1"/>
                </a:solidFill>
              </a:rPr>
              <a:t>Then it takes the values of those 3 neighbors and uses them as a prediction for the new data point.</a:t>
            </a:r>
            <a:endParaRPr sz="2200">
              <a:solidFill>
                <a:schemeClr val="lt1"/>
              </a:solidFill>
            </a:endParaRPr>
          </a:p>
          <a:p>
            <a:pPr indent="0" lvl="0" marL="0" rtl="0" algn="l">
              <a:lnSpc>
                <a:spcPct val="115000"/>
              </a:lnSpc>
              <a:spcBef>
                <a:spcPts val="0"/>
              </a:spcBef>
              <a:spcAft>
                <a:spcPts val="0"/>
              </a:spcAft>
              <a:buNone/>
            </a:pPr>
            <a:r>
              <a:t/>
            </a:r>
            <a:endParaRPr>
              <a:solidFill>
                <a:schemeClr val="lt1"/>
              </a:solidFill>
            </a:endParaRPr>
          </a:p>
        </p:txBody>
      </p:sp>
      <p:sp>
        <p:nvSpPr>
          <p:cNvPr id="342" name="Google Shape;342;g13aad04fd39_3_12"/>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13aad04fd39_3_12"/>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13aad04fd39_3_12"/>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5" name="Google Shape;345;g13aad04fd39_3_12"/>
          <p:cNvPicPr preferRelativeResize="0"/>
          <p:nvPr/>
        </p:nvPicPr>
        <p:blipFill>
          <a:blip r:embed="rId3">
            <a:alphaModFix/>
          </a:blip>
          <a:stretch>
            <a:fillRect/>
          </a:stretch>
        </p:blipFill>
        <p:spPr>
          <a:xfrm>
            <a:off x="798175" y="2443125"/>
            <a:ext cx="9482100" cy="60510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349" name="Shape 349"/>
        <p:cNvGrpSpPr/>
        <p:nvPr/>
      </p:nvGrpSpPr>
      <p:grpSpPr>
        <a:xfrm>
          <a:off x="0" y="0"/>
          <a:ext cx="0" cy="0"/>
          <a:chOff x="0" y="0"/>
          <a:chExt cx="0" cy="0"/>
        </a:xfrm>
      </p:grpSpPr>
      <p:sp>
        <p:nvSpPr>
          <p:cNvPr id="350" name="Google Shape;350;g13aad04fd39_3_48"/>
          <p:cNvSpPr txBox="1"/>
          <p:nvPr/>
        </p:nvSpPr>
        <p:spPr>
          <a:xfrm>
            <a:off x="1028700" y="992500"/>
            <a:ext cx="12120900" cy="138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968"/>
              <a:buFont typeface="Arial"/>
              <a:buNone/>
            </a:pPr>
            <a:r>
              <a:rPr lang="en-US" sz="8968">
                <a:solidFill>
                  <a:srgbClr val="B91646"/>
                </a:solidFill>
              </a:rPr>
              <a:t>KNN</a:t>
            </a:r>
            <a:r>
              <a:rPr lang="en-US" sz="8968">
                <a:solidFill>
                  <a:srgbClr val="B91646"/>
                </a:solidFill>
              </a:rPr>
              <a:t> REGRESSION  </a:t>
            </a:r>
            <a:endParaRPr b="0" i="0" sz="1400" u="none" cap="none" strike="noStrike">
              <a:solidFill>
                <a:srgbClr val="000000"/>
              </a:solidFill>
              <a:latin typeface="Arial"/>
              <a:ea typeface="Arial"/>
              <a:cs typeface="Arial"/>
              <a:sym typeface="Arial"/>
            </a:endParaRPr>
          </a:p>
        </p:txBody>
      </p:sp>
      <p:sp>
        <p:nvSpPr>
          <p:cNvPr id="351" name="Google Shape;351;g13aad04fd39_3_48"/>
          <p:cNvSpPr txBox="1"/>
          <p:nvPr/>
        </p:nvSpPr>
        <p:spPr>
          <a:xfrm>
            <a:off x="6287225" y="3367975"/>
            <a:ext cx="6378900" cy="3914700"/>
          </a:xfrm>
          <a:prstGeom prst="rect">
            <a:avLst/>
          </a:prstGeom>
          <a:noFill/>
          <a:ln>
            <a:noFill/>
          </a:ln>
        </p:spPr>
        <p:txBody>
          <a:bodyPr anchorCtr="0" anchor="t" bIns="0" lIns="0" spcFirstLastPara="1" rIns="0" wrap="square" tIns="0">
            <a:spAutoFit/>
          </a:bodyPr>
          <a:lstStyle/>
          <a:p>
            <a:pPr indent="-380936" lvl="0" marL="457200" marR="0" rtl="0" algn="l">
              <a:lnSpc>
                <a:spcPct val="160025"/>
              </a:lnSpc>
              <a:spcBef>
                <a:spcPts val="0"/>
              </a:spcBef>
              <a:spcAft>
                <a:spcPts val="0"/>
              </a:spcAft>
              <a:buClr>
                <a:srgbClr val="000000"/>
              </a:buClr>
              <a:buSzPts val="2399"/>
              <a:buFont typeface="Poppins"/>
              <a:buChar char="●"/>
            </a:pPr>
            <a:r>
              <a:rPr lang="en-US" sz="2399">
                <a:latin typeface="Poppins"/>
                <a:ea typeface="Poppins"/>
                <a:cs typeface="Poppins"/>
                <a:sym typeface="Poppins"/>
              </a:rPr>
              <a:t>Results:</a:t>
            </a:r>
            <a:endParaRPr sz="2399">
              <a:latin typeface="Poppins"/>
              <a:ea typeface="Poppins"/>
              <a:cs typeface="Poppins"/>
              <a:sym typeface="Poppins"/>
            </a:endParaRPr>
          </a:p>
          <a:p>
            <a:pPr indent="-380936" lvl="0" marL="457200" marR="0" rtl="0" algn="l">
              <a:lnSpc>
                <a:spcPct val="160025"/>
              </a:lnSpc>
              <a:spcBef>
                <a:spcPts val="0"/>
              </a:spcBef>
              <a:spcAft>
                <a:spcPts val="0"/>
              </a:spcAft>
              <a:buSzPts val="2399"/>
              <a:buFont typeface="Poppins"/>
              <a:buChar char="●"/>
            </a:pPr>
            <a:r>
              <a:rPr lang="en-US" sz="2399">
                <a:latin typeface="Poppins"/>
                <a:ea typeface="Poppins"/>
                <a:cs typeface="Poppins"/>
                <a:sym typeface="Poppins"/>
              </a:rPr>
              <a:t>RHS has our results for actual value of our test(“abortionratetotal”) dataset and value of what our model predicted. </a:t>
            </a:r>
            <a:endParaRPr sz="2399">
              <a:latin typeface="Poppins"/>
              <a:ea typeface="Poppins"/>
              <a:cs typeface="Poppins"/>
              <a:sym typeface="Poppins"/>
            </a:endParaRPr>
          </a:p>
          <a:p>
            <a:pPr indent="-380936" lvl="0" marL="457200" marR="0" rtl="0" algn="l">
              <a:lnSpc>
                <a:spcPct val="160025"/>
              </a:lnSpc>
              <a:spcBef>
                <a:spcPts val="0"/>
              </a:spcBef>
              <a:spcAft>
                <a:spcPts val="0"/>
              </a:spcAft>
              <a:buSzPts val="2399"/>
              <a:buFont typeface="Poppins"/>
              <a:buChar char="●"/>
            </a:pPr>
            <a:r>
              <a:rPr lang="en-US" sz="2399">
                <a:latin typeface="Poppins"/>
                <a:ea typeface="Poppins"/>
                <a:cs typeface="Poppins"/>
                <a:sym typeface="Poppins"/>
              </a:rPr>
              <a:t>LHS shows our r2_score which shows our results are 94%accurate. </a:t>
            </a:r>
            <a:endParaRPr sz="2399">
              <a:latin typeface="Poppins"/>
              <a:ea typeface="Poppins"/>
              <a:cs typeface="Poppins"/>
              <a:sym typeface="Poppins"/>
            </a:endParaRPr>
          </a:p>
        </p:txBody>
      </p:sp>
      <p:sp>
        <p:nvSpPr>
          <p:cNvPr id="352" name="Google Shape;352;g13aad04fd39_3_48"/>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g13aad04fd39_3_48"/>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g13aad04fd39_3_48"/>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g13aad04fd39_3_48"/>
          <p:cNvSpPr/>
          <p:nvPr/>
        </p:nvSpPr>
        <p:spPr>
          <a:xfrm>
            <a:off x="16796367"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13aad04fd39_3_48"/>
          <p:cNvSpPr/>
          <p:nvPr/>
        </p:nvSpPr>
        <p:spPr>
          <a:xfrm>
            <a:off x="16389989"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g13aad04fd39_3_48"/>
          <p:cNvSpPr/>
          <p:nvPr/>
        </p:nvSpPr>
        <p:spPr>
          <a:xfrm>
            <a:off x="15983612"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8" name="Google Shape;358;g13aad04fd39_3_48"/>
          <p:cNvPicPr preferRelativeResize="0"/>
          <p:nvPr/>
        </p:nvPicPr>
        <p:blipFill>
          <a:blip r:embed="rId3">
            <a:alphaModFix/>
          </a:blip>
          <a:stretch>
            <a:fillRect/>
          </a:stretch>
        </p:blipFill>
        <p:spPr>
          <a:xfrm>
            <a:off x="13643800" y="3527300"/>
            <a:ext cx="3332775" cy="1624925"/>
          </a:xfrm>
          <a:prstGeom prst="rect">
            <a:avLst/>
          </a:prstGeom>
          <a:noFill/>
          <a:ln>
            <a:noFill/>
          </a:ln>
        </p:spPr>
      </p:pic>
      <p:pic>
        <p:nvPicPr>
          <p:cNvPr id="359" name="Google Shape;359;g13aad04fd39_3_48"/>
          <p:cNvPicPr preferRelativeResize="0"/>
          <p:nvPr/>
        </p:nvPicPr>
        <p:blipFill>
          <a:blip r:embed="rId4">
            <a:alphaModFix/>
          </a:blip>
          <a:stretch>
            <a:fillRect/>
          </a:stretch>
        </p:blipFill>
        <p:spPr>
          <a:xfrm>
            <a:off x="1374625" y="3527300"/>
            <a:ext cx="4278375" cy="3755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363" name="Shape 363"/>
        <p:cNvGrpSpPr/>
        <p:nvPr/>
      </p:nvGrpSpPr>
      <p:grpSpPr>
        <a:xfrm>
          <a:off x="0" y="0"/>
          <a:ext cx="0" cy="0"/>
          <a:chOff x="0" y="0"/>
          <a:chExt cx="0" cy="0"/>
        </a:xfrm>
      </p:grpSpPr>
      <p:sp>
        <p:nvSpPr>
          <p:cNvPr id="364" name="Google Shape;364;g13aad04fd39_3_0"/>
          <p:cNvSpPr txBox="1"/>
          <p:nvPr/>
        </p:nvSpPr>
        <p:spPr>
          <a:xfrm>
            <a:off x="325975" y="519575"/>
            <a:ext cx="9954300" cy="161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883"/>
              <a:buFont typeface="Arial"/>
              <a:buNone/>
            </a:pPr>
            <a:r>
              <a:rPr b="1" lang="en-US" sz="10483">
                <a:solidFill>
                  <a:srgbClr val="105652"/>
                </a:solidFill>
                <a:latin typeface="Bebas Neue"/>
                <a:ea typeface="Bebas Neue"/>
                <a:cs typeface="Bebas Neue"/>
                <a:sym typeface="Bebas Neue"/>
              </a:rPr>
              <a:t>ridge Regression</a:t>
            </a:r>
            <a:endParaRPr b="0" i="0" sz="10383" u="none" cap="none" strike="noStrike">
              <a:solidFill>
                <a:srgbClr val="000000"/>
              </a:solidFill>
              <a:latin typeface="Arial"/>
              <a:ea typeface="Arial"/>
              <a:cs typeface="Arial"/>
              <a:sym typeface="Arial"/>
            </a:endParaRPr>
          </a:p>
        </p:txBody>
      </p:sp>
      <p:grpSp>
        <p:nvGrpSpPr>
          <p:cNvPr id="365" name="Google Shape;365;g13aad04fd39_3_0"/>
          <p:cNvGrpSpPr/>
          <p:nvPr/>
        </p:nvGrpSpPr>
        <p:grpSpPr>
          <a:xfrm>
            <a:off x="3338350" y="2133275"/>
            <a:ext cx="11611275" cy="6680273"/>
            <a:chOff x="0" y="0"/>
            <a:chExt cx="5511594" cy="8262552"/>
          </a:xfrm>
        </p:grpSpPr>
        <p:sp>
          <p:nvSpPr>
            <p:cNvPr id="366" name="Google Shape;366;g13aad04fd39_3_0"/>
            <p:cNvSpPr/>
            <p:nvPr/>
          </p:nvSpPr>
          <p:spPr>
            <a:xfrm>
              <a:off x="31750" y="31750"/>
              <a:ext cx="5448094" cy="8199052"/>
            </a:xfrm>
            <a:custGeom>
              <a:rect b="b" l="l" r="r" t="t"/>
              <a:pathLst>
                <a:path extrusionOk="0" h="8199052" w="5448094">
                  <a:moveTo>
                    <a:pt x="5355384" y="8199051"/>
                  </a:moveTo>
                  <a:lnTo>
                    <a:pt x="92710" y="8199051"/>
                  </a:lnTo>
                  <a:cubicBezTo>
                    <a:pt x="41910" y="8199051"/>
                    <a:pt x="0" y="8157142"/>
                    <a:pt x="0" y="8106342"/>
                  </a:cubicBezTo>
                  <a:lnTo>
                    <a:pt x="0" y="92710"/>
                  </a:lnTo>
                  <a:cubicBezTo>
                    <a:pt x="0" y="41910"/>
                    <a:pt x="41910" y="0"/>
                    <a:pt x="92710" y="0"/>
                  </a:cubicBezTo>
                  <a:lnTo>
                    <a:pt x="5354114" y="0"/>
                  </a:lnTo>
                  <a:cubicBezTo>
                    <a:pt x="5404914" y="0"/>
                    <a:pt x="5446824" y="41910"/>
                    <a:pt x="5446824" y="92710"/>
                  </a:cubicBezTo>
                  <a:lnTo>
                    <a:pt x="5446824" y="8105072"/>
                  </a:lnTo>
                  <a:cubicBezTo>
                    <a:pt x="5448094" y="8157142"/>
                    <a:pt x="5406184" y="8199052"/>
                    <a:pt x="5355384" y="8199052"/>
                  </a:cubicBezTo>
                  <a:close/>
                </a:path>
              </a:pathLst>
            </a:custGeom>
            <a:solidFill>
              <a:srgbClr val="1056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g13aad04fd39_3_0"/>
            <p:cNvSpPr/>
            <p:nvPr/>
          </p:nvSpPr>
          <p:spPr>
            <a:xfrm>
              <a:off x="0" y="0"/>
              <a:ext cx="5511594" cy="8262552"/>
            </a:xfrm>
            <a:custGeom>
              <a:rect b="b" l="l" r="r" t="t"/>
              <a:pathLst>
                <a:path extrusionOk="0" h="8262552" w="5511594">
                  <a:moveTo>
                    <a:pt x="5387134" y="59690"/>
                  </a:moveTo>
                  <a:cubicBezTo>
                    <a:pt x="5422694" y="59690"/>
                    <a:pt x="5451904" y="88900"/>
                    <a:pt x="5451904" y="124460"/>
                  </a:cubicBezTo>
                  <a:lnTo>
                    <a:pt x="5451904" y="8138092"/>
                  </a:lnTo>
                  <a:cubicBezTo>
                    <a:pt x="5451904" y="8173652"/>
                    <a:pt x="5422694" y="8202862"/>
                    <a:pt x="5387134" y="8202862"/>
                  </a:cubicBezTo>
                  <a:lnTo>
                    <a:pt x="124460" y="8202862"/>
                  </a:lnTo>
                  <a:cubicBezTo>
                    <a:pt x="88900" y="8202862"/>
                    <a:pt x="59690" y="8173652"/>
                    <a:pt x="59690" y="8138092"/>
                  </a:cubicBezTo>
                  <a:lnTo>
                    <a:pt x="59690" y="124460"/>
                  </a:lnTo>
                  <a:cubicBezTo>
                    <a:pt x="59690" y="88900"/>
                    <a:pt x="88900" y="59690"/>
                    <a:pt x="124460" y="59690"/>
                  </a:cubicBezTo>
                  <a:lnTo>
                    <a:pt x="5387134" y="59690"/>
                  </a:lnTo>
                  <a:moveTo>
                    <a:pt x="5387134" y="0"/>
                  </a:moveTo>
                  <a:lnTo>
                    <a:pt x="124460" y="0"/>
                  </a:lnTo>
                  <a:cubicBezTo>
                    <a:pt x="55880" y="0"/>
                    <a:pt x="0" y="55880"/>
                    <a:pt x="0" y="124460"/>
                  </a:cubicBezTo>
                  <a:lnTo>
                    <a:pt x="0" y="8138092"/>
                  </a:lnTo>
                  <a:cubicBezTo>
                    <a:pt x="0" y="8206672"/>
                    <a:pt x="55880" y="8262552"/>
                    <a:pt x="124460" y="8262552"/>
                  </a:cubicBezTo>
                  <a:lnTo>
                    <a:pt x="5387134" y="8262552"/>
                  </a:lnTo>
                  <a:cubicBezTo>
                    <a:pt x="5455714" y="8262552"/>
                    <a:pt x="5511594" y="8206672"/>
                    <a:pt x="5511594" y="8138092"/>
                  </a:cubicBezTo>
                  <a:lnTo>
                    <a:pt x="5511594" y="124460"/>
                  </a:lnTo>
                  <a:cubicBezTo>
                    <a:pt x="5511594" y="55880"/>
                    <a:pt x="5455714" y="0"/>
                    <a:pt x="5387134"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8" name="Google Shape;368;g13aad04fd39_3_0"/>
          <p:cNvSpPr txBox="1"/>
          <p:nvPr/>
        </p:nvSpPr>
        <p:spPr>
          <a:xfrm>
            <a:off x="4355200" y="2746250"/>
            <a:ext cx="10144200" cy="52833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60025"/>
              </a:lnSpc>
              <a:spcBef>
                <a:spcPts val="0"/>
              </a:spcBef>
              <a:spcAft>
                <a:spcPts val="0"/>
              </a:spcAft>
              <a:buClr>
                <a:srgbClr val="FBF3E4"/>
              </a:buClr>
              <a:buSzPts val="2400"/>
              <a:buFont typeface="Poppins"/>
              <a:buChar char="●"/>
            </a:pPr>
            <a:r>
              <a:rPr lang="en-US" sz="2400">
                <a:solidFill>
                  <a:srgbClr val="FBF3E4"/>
                </a:solidFill>
                <a:latin typeface="Poppins"/>
                <a:ea typeface="Poppins"/>
                <a:cs typeface="Poppins"/>
                <a:sym typeface="Poppins"/>
              </a:rPr>
              <a:t>It is a regularized form of linear regression i.e a regularization technique, used to overcome multicollinearity in linear regression. </a:t>
            </a:r>
            <a:endParaRPr sz="2400">
              <a:solidFill>
                <a:srgbClr val="FBF3E4"/>
              </a:solidFill>
              <a:latin typeface="Poppins"/>
              <a:ea typeface="Poppins"/>
              <a:cs typeface="Poppins"/>
              <a:sym typeface="Poppins"/>
            </a:endParaRPr>
          </a:p>
          <a:p>
            <a:pPr indent="-381000" lvl="0" marL="457200" marR="0" rtl="0" algn="l">
              <a:lnSpc>
                <a:spcPct val="160025"/>
              </a:lnSpc>
              <a:spcBef>
                <a:spcPts val="0"/>
              </a:spcBef>
              <a:spcAft>
                <a:spcPts val="0"/>
              </a:spcAft>
              <a:buClr>
                <a:srgbClr val="FBF3E4"/>
              </a:buClr>
              <a:buSzPts val="2400"/>
              <a:buFont typeface="Poppins"/>
              <a:buChar char="●"/>
            </a:pPr>
            <a:r>
              <a:rPr lang="en-US" sz="2400">
                <a:solidFill>
                  <a:srgbClr val="FBF3E4"/>
                </a:solidFill>
              </a:rPr>
              <a:t>The main purpose of Ridge Regression is, to find the coefficients that minimize the sum of error squares by applying a penalty to these coefficients. </a:t>
            </a:r>
            <a:endParaRPr sz="2400">
              <a:solidFill>
                <a:srgbClr val="FBF3E4"/>
              </a:solidFill>
            </a:endParaRPr>
          </a:p>
          <a:p>
            <a:pPr indent="-381000" lvl="0" marL="457200" marR="0" rtl="0" algn="l">
              <a:lnSpc>
                <a:spcPct val="160025"/>
              </a:lnSpc>
              <a:spcBef>
                <a:spcPts val="0"/>
              </a:spcBef>
              <a:spcAft>
                <a:spcPts val="0"/>
              </a:spcAft>
              <a:buClr>
                <a:srgbClr val="FBF3E4"/>
              </a:buClr>
              <a:buSzPts val="2400"/>
              <a:buFont typeface="Poppins"/>
              <a:buChar char="●"/>
            </a:pPr>
            <a:r>
              <a:rPr lang="en-US" sz="2400">
                <a:solidFill>
                  <a:srgbClr val="FBF3E4"/>
                </a:solidFill>
              </a:rPr>
              <a:t>Alpha is penalty term, which we determined by importing RidgeCV from sklearn library. </a:t>
            </a:r>
            <a:endParaRPr sz="2400">
              <a:solidFill>
                <a:srgbClr val="FBF3E4"/>
              </a:solidFill>
            </a:endParaRPr>
          </a:p>
          <a:p>
            <a:pPr indent="-381000" lvl="0" marL="457200" rtl="0" algn="l">
              <a:lnSpc>
                <a:spcPct val="160025"/>
              </a:lnSpc>
              <a:spcBef>
                <a:spcPts val="0"/>
              </a:spcBef>
              <a:spcAft>
                <a:spcPts val="0"/>
              </a:spcAft>
              <a:buClr>
                <a:srgbClr val="FBF3E4"/>
              </a:buClr>
              <a:buSzPts val="2400"/>
              <a:buChar char="●"/>
            </a:pPr>
            <a:r>
              <a:rPr lang="en-US" sz="2400">
                <a:solidFill>
                  <a:srgbClr val="FBF3E4"/>
                </a:solidFill>
              </a:rPr>
              <a:t> It basically reduces the model complexity by coefficient shrinkage.</a:t>
            </a:r>
            <a:endParaRPr sz="2400">
              <a:solidFill>
                <a:srgbClr val="FBF3E4"/>
              </a:solidFill>
            </a:endParaRPr>
          </a:p>
        </p:txBody>
      </p:sp>
      <p:sp>
        <p:nvSpPr>
          <p:cNvPr id="369" name="Google Shape;369;g13aad04fd39_3_0"/>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13aad04fd39_3_0"/>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g13aad04fd39_3_0"/>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375" name="Shape 375"/>
        <p:cNvGrpSpPr/>
        <p:nvPr/>
      </p:nvGrpSpPr>
      <p:grpSpPr>
        <a:xfrm>
          <a:off x="0" y="0"/>
          <a:ext cx="0" cy="0"/>
          <a:chOff x="0" y="0"/>
          <a:chExt cx="0" cy="0"/>
        </a:xfrm>
      </p:grpSpPr>
      <p:sp>
        <p:nvSpPr>
          <p:cNvPr id="376" name="Google Shape;376;g13aad04fd39_10_0"/>
          <p:cNvSpPr txBox="1"/>
          <p:nvPr/>
        </p:nvSpPr>
        <p:spPr>
          <a:xfrm>
            <a:off x="1028700" y="992500"/>
            <a:ext cx="12120900" cy="138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968"/>
              <a:buFont typeface="Arial"/>
              <a:buNone/>
            </a:pPr>
            <a:r>
              <a:rPr lang="en-US" sz="8968">
                <a:solidFill>
                  <a:srgbClr val="B91646"/>
                </a:solidFill>
              </a:rPr>
              <a:t>RIDGE</a:t>
            </a:r>
            <a:r>
              <a:rPr lang="en-US" sz="8968">
                <a:solidFill>
                  <a:srgbClr val="B91646"/>
                </a:solidFill>
              </a:rPr>
              <a:t> REGRESSION  </a:t>
            </a:r>
            <a:endParaRPr b="0" i="0" sz="1400" u="none" cap="none" strike="noStrike">
              <a:solidFill>
                <a:srgbClr val="000000"/>
              </a:solidFill>
              <a:latin typeface="Arial"/>
              <a:ea typeface="Arial"/>
              <a:cs typeface="Arial"/>
              <a:sym typeface="Arial"/>
            </a:endParaRPr>
          </a:p>
        </p:txBody>
      </p:sp>
      <p:sp>
        <p:nvSpPr>
          <p:cNvPr id="377" name="Google Shape;377;g13aad04fd39_10_0"/>
          <p:cNvSpPr txBox="1"/>
          <p:nvPr/>
        </p:nvSpPr>
        <p:spPr>
          <a:xfrm>
            <a:off x="6287225" y="3367975"/>
            <a:ext cx="6378900" cy="3914700"/>
          </a:xfrm>
          <a:prstGeom prst="rect">
            <a:avLst/>
          </a:prstGeom>
          <a:noFill/>
          <a:ln>
            <a:noFill/>
          </a:ln>
        </p:spPr>
        <p:txBody>
          <a:bodyPr anchorCtr="0" anchor="t" bIns="0" lIns="0" spcFirstLastPara="1" rIns="0" wrap="square" tIns="0">
            <a:spAutoFit/>
          </a:bodyPr>
          <a:lstStyle/>
          <a:p>
            <a:pPr indent="-380936" lvl="0" marL="457200" marR="0" rtl="0" algn="l">
              <a:lnSpc>
                <a:spcPct val="160025"/>
              </a:lnSpc>
              <a:spcBef>
                <a:spcPts val="0"/>
              </a:spcBef>
              <a:spcAft>
                <a:spcPts val="0"/>
              </a:spcAft>
              <a:buClr>
                <a:srgbClr val="000000"/>
              </a:buClr>
              <a:buSzPts val="2399"/>
              <a:buFont typeface="Poppins"/>
              <a:buChar char="●"/>
            </a:pPr>
            <a:r>
              <a:rPr lang="en-US" sz="2399">
                <a:latin typeface="Poppins"/>
                <a:ea typeface="Poppins"/>
                <a:cs typeface="Poppins"/>
                <a:sym typeface="Poppins"/>
              </a:rPr>
              <a:t>Results:</a:t>
            </a:r>
            <a:endParaRPr sz="2399">
              <a:latin typeface="Poppins"/>
              <a:ea typeface="Poppins"/>
              <a:cs typeface="Poppins"/>
              <a:sym typeface="Poppins"/>
            </a:endParaRPr>
          </a:p>
          <a:p>
            <a:pPr indent="-380936" lvl="0" marL="457200" marR="0" rtl="0" algn="l">
              <a:lnSpc>
                <a:spcPct val="160025"/>
              </a:lnSpc>
              <a:spcBef>
                <a:spcPts val="0"/>
              </a:spcBef>
              <a:spcAft>
                <a:spcPts val="0"/>
              </a:spcAft>
              <a:buSzPts val="2399"/>
              <a:buFont typeface="Poppins"/>
              <a:buChar char="●"/>
            </a:pPr>
            <a:r>
              <a:rPr lang="en-US" sz="2399">
                <a:latin typeface="Poppins"/>
                <a:ea typeface="Poppins"/>
                <a:cs typeface="Poppins"/>
                <a:sym typeface="Poppins"/>
              </a:rPr>
              <a:t>RHS has our results for actual value of our test(“abortionratetotal”) dataset and value of what our model predicted. </a:t>
            </a:r>
            <a:endParaRPr sz="2399">
              <a:latin typeface="Poppins"/>
              <a:ea typeface="Poppins"/>
              <a:cs typeface="Poppins"/>
              <a:sym typeface="Poppins"/>
            </a:endParaRPr>
          </a:p>
          <a:p>
            <a:pPr indent="-380936" lvl="0" marL="457200" marR="0" rtl="0" algn="l">
              <a:lnSpc>
                <a:spcPct val="160025"/>
              </a:lnSpc>
              <a:spcBef>
                <a:spcPts val="0"/>
              </a:spcBef>
              <a:spcAft>
                <a:spcPts val="0"/>
              </a:spcAft>
              <a:buSzPts val="2399"/>
              <a:buFont typeface="Poppins"/>
              <a:buChar char="●"/>
            </a:pPr>
            <a:r>
              <a:rPr lang="en-US" sz="2399">
                <a:latin typeface="Poppins"/>
                <a:ea typeface="Poppins"/>
                <a:cs typeface="Poppins"/>
                <a:sym typeface="Poppins"/>
              </a:rPr>
              <a:t>LHS shows our r2_score which shows </a:t>
            </a:r>
            <a:r>
              <a:rPr lang="en-US" sz="2399">
                <a:solidFill>
                  <a:schemeClr val="dk1"/>
                </a:solidFill>
                <a:latin typeface="Poppins"/>
                <a:ea typeface="Poppins"/>
                <a:cs typeface="Poppins"/>
                <a:sym typeface="Poppins"/>
              </a:rPr>
              <a:t>our results are 94%accurate</a:t>
            </a:r>
            <a:r>
              <a:rPr lang="en-US" sz="2399">
                <a:latin typeface="Poppins"/>
                <a:ea typeface="Poppins"/>
                <a:cs typeface="Poppins"/>
                <a:sym typeface="Poppins"/>
              </a:rPr>
              <a:t>. </a:t>
            </a:r>
            <a:endParaRPr sz="2399">
              <a:latin typeface="Poppins"/>
              <a:ea typeface="Poppins"/>
              <a:cs typeface="Poppins"/>
              <a:sym typeface="Poppins"/>
            </a:endParaRPr>
          </a:p>
        </p:txBody>
      </p:sp>
      <p:sp>
        <p:nvSpPr>
          <p:cNvPr id="378" name="Google Shape;378;g13aad04fd39_10_0"/>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13aad04fd39_10_0"/>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13aad04fd39_10_0"/>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13aad04fd39_10_0"/>
          <p:cNvSpPr/>
          <p:nvPr/>
        </p:nvSpPr>
        <p:spPr>
          <a:xfrm>
            <a:off x="16796367"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13aad04fd39_10_0"/>
          <p:cNvSpPr/>
          <p:nvPr/>
        </p:nvSpPr>
        <p:spPr>
          <a:xfrm>
            <a:off x="16389989"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13aad04fd39_10_0"/>
          <p:cNvSpPr/>
          <p:nvPr/>
        </p:nvSpPr>
        <p:spPr>
          <a:xfrm>
            <a:off x="15983612"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4" name="Google Shape;384;g13aad04fd39_10_0"/>
          <p:cNvPicPr preferRelativeResize="0"/>
          <p:nvPr/>
        </p:nvPicPr>
        <p:blipFill>
          <a:blip r:embed="rId3">
            <a:alphaModFix/>
          </a:blip>
          <a:stretch>
            <a:fillRect/>
          </a:stretch>
        </p:blipFill>
        <p:spPr>
          <a:xfrm>
            <a:off x="1240550" y="3291725"/>
            <a:ext cx="4229100" cy="3581975"/>
          </a:xfrm>
          <a:prstGeom prst="rect">
            <a:avLst/>
          </a:prstGeom>
          <a:noFill/>
          <a:ln>
            <a:noFill/>
          </a:ln>
        </p:spPr>
      </p:pic>
      <p:pic>
        <p:nvPicPr>
          <p:cNvPr id="385" name="Google Shape;385;g13aad04fd39_10_0"/>
          <p:cNvPicPr preferRelativeResize="0"/>
          <p:nvPr/>
        </p:nvPicPr>
        <p:blipFill>
          <a:blip r:embed="rId4">
            <a:alphaModFix/>
          </a:blip>
          <a:stretch>
            <a:fillRect/>
          </a:stretch>
        </p:blipFill>
        <p:spPr>
          <a:xfrm>
            <a:off x="13287325" y="4130500"/>
            <a:ext cx="3509050" cy="1518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389" name="Shape 389"/>
        <p:cNvGrpSpPr/>
        <p:nvPr/>
      </p:nvGrpSpPr>
      <p:grpSpPr>
        <a:xfrm>
          <a:off x="0" y="0"/>
          <a:ext cx="0" cy="0"/>
          <a:chOff x="0" y="0"/>
          <a:chExt cx="0" cy="0"/>
        </a:xfrm>
      </p:grpSpPr>
      <p:sp>
        <p:nvSpPr>
          <p:cNvPr id="390" name="Google Shape;390;g13ab1bad0d1_1_0"/>
          <p:cNvSpPr txBox="1"/>
          <p:nvPr/>
        </p:nvSpPr>
        <p:spPr>
          <a:xfrm>
            <a:off x="325975" y="519575"/>
            <a:ext cx="9954300" cy="161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883"/>
              <a:buFont typeface="Arial"/>
              <a:buNone/>
            </a:pPr>
            <a:r>
              <a:rPr b="1" lang="en-US" sz="10483">
                <a:solidFill>
                  <a:schemeClr val="dk2"/>
                </a:solidFill>
                <a:latin typeface="Bebas Neue"/>
                <a:ea typeface="Bebas Neue"/>
                <a:cs typeface="Bebas Neue"/>
                <a:sym typeface="Bebas Neue"/>
              </a:rPr>
              <a:t>Lasso </a:t>
            </a:r>
            <a:r>
              <a:rPr b="1" lang="en-US" sz="10483">
                <a:solidFill>
                  <a:schemeClr val="dk2"/>
                </a:solidFill>
                <a:latin typeface="Bebas Neue"/>
                <a:ea typeface="Bebas Neue"/>
                <a:cs typeface="Bebas Neue"/>
                <a:sym typeface="Bebas Neue"/>
              </a:rPr>
              <a:t>Regression</a:t>
            </a:r>
            <a:endParaRPr b="0" i="0" sz="10383" u="none" cap="none" strike="noStrike">
              <a:solidFill>
                <a:schemeClr val="dk2"/>
              </a:solidFill>
              <a:latin typeface="Arial"/>
              <a:ea typeface="Arial"/>
              <a:cs typeface="Arial"/>
              <a:sym typeface="Arial"/>
            </a:endParaRPr>
          </a:p>
        </p:txBody>
      </p:sp>
      <p:grpSp>
        <p:nvGrpSpPr>
          <p:cNvPr id="391" name="Google Shape;391;g13ab1bad0d1_1_0"/>
          <p:cNvGrpSpPr/>
          <p:nvPr/>
        </p:nvGrpSpPr>
        <p:grpSpPr>
          <a:xfrm>
            <a:off x="10079375" y="1790125"/>
            <a:ext cx="6764930" cy="7293355"/>
            <a:chOff x="0" y="0"/>
            <a:chExt cx="5511594" cy="8262552"/>
          </a:xfrm>
        </p:grpSpPr>
        <p:sp>
          <p:nvSpPr>
            <p:cNvPr id="392" name="Google Shape;392;g13ab1bad0d1_1_0"/>
            <p:cNvSpPr/>
            <p:nvPr/>
          </p:nvSpPr>
          <p:spPr>
            <a:xfrm>
              <a:off x="31750" y="31750"/>
              <a:ext cx="5448094" cy="8199052"/>
            </a:xfrm>
            <a:custGeom>
              <a:rect b="b" l="l" r="r" t="t"/>
              <a:pathLst>
                <a:path extrusionOk="0" h="8199052" w="5448094">
                  <a:moveTo>
                    <a:pt x="5355384" y="8199051"/>
                  </a:moveTo>
                  <a:lnTo>
                    <a:pt x="92710" y="8199051"/>
                  </a:lnTo>
                  <a:cubicBezTo>
                    <a:pt x="41910" y="8199051"/>
                    <a:pt x="0" y="8157142"/>
                    <a:pt x="0" y="8106342"/>
                  </a:cubicBezTo>
                  <a:lnTo>
                    <a:pt x="0" y="92710"/>
                  </a:lnTo>
                  <a:cubicBezTo>
                    <a:pt x="0" y="41910"/>
                    <a:pt x="41910" y="0"/>
                    <a:pt x="92710" y="0"/>
                  </a:cubicBezTo>
                  <a:lnTo>
                    <a:pt x="5354114" y="0"/>
                  </a:lnTo>
                  <a:cubicBezTo>
                    <a:pt x="5404914" y="0"/>
                    <a:pt x="5446824" y="41910"/>
                    <a:pt x="5446824" y="92710"/>
                  </a:cubicBezTo>
                  <a:lnTo>
                    <a:pt x="5446824" y="8105072"/>
                  </a:lnTo>
                  <a:cubicBezTo>
                    <a:pt x="5448094" y="8157142"/>
                    <a:pt x="5406184" y="8199052"/>
                    <a:pt x="5355384" y="8199052"/>
                  </a:cubicBezTo>
                  <a:close/>
                </a:path>
              </a:pathLst>
            </a:custGeom>
            <a:solidFill>
              <a:srgbClr val="134F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5818E"/>
                </a:solidFill>
                <a:latin typeface="Arial"/>
                <a:ea typeface="Arial"/>
                <a:cs typeface="Arial"/>
                <a:sym typeface="Arial"/>
              </a:endParaRPr>
            </a:p>
          </p:txBody>
        </p:sp>
        <p:sp>
          <p:nvSpPr>
            <p:cNvPr id="393" name="Google Shape;393;g13ab1bad0d1_1_0"/>
            <p:cNvSpPr/>
            <p:nvPr/>
          </p:nvSpPr>
          <p:spPr>
            <a:xfrm>
              <a:off x="0" y="0"/>
              <a:ext cx="5511594" cy="8262552"/>
            </a:xfrm>
            <a:custGeom>
              <a:rect b="b" l="l" r="r" t="t"/>
              <a:pathLst>
                <a:path extrusionOk="0" h="8262552" w="5511594">
                  <a:moveTo>
                    <a:pt x="5387134" y="59690"/>
                  </a:moveTo>
                  <a:cubicBezTo>
                    <a:pt x="5422694" y="59690"/>
                    <a:pt x="5451904" y="88900"/>
                    <a:pt x="5451904" y="124460"/>
                  </a:cubicBezTo>
                  <a:lnTo>
                    <a:pt x="5451904" y="8138092"/>
                  </a:lnTo>
                  <a:cubicBezTo>
                    <a:pt x="5451904" y="8173652"/>
                    <a:pt x="5422694" y="8202862"/>
                    <a:pt x="5387134" y="8202862"/>
                  </a:cubicBezTo>
                  <a:lnTo>
                    <a:pt x="124460" y="8202862"/>
                  </a:lnTo>
                  <a:cubicBezTo>
                    <a:pt x="88900" y="8202862"/>
                    <a:pt x="59690" y="8173652"/>
                    <a:pt x="59690" y="8138092"/>
                  </a:cubicBezTo>
                  <a:lnTo>
                    <a:pt x="59690" y="124460"/>
                  </a:lnTo>
                  <a:cubicBezTo>
                    <a:pt x="59690" y="88900"/>
                    <a:pt x="88900" y="59690"/>
                    <a:pt x="124460" y="59690"/>
                  </a:cubicBezTo>
                  <a:lnTo>
                    <a:pt x="5387134" y="59690"/>
                  </a:lnTo>
                  <a:moveTo>
                    <a:pt x="5387134" y="0"/>
                  </a:moveTo>
                  <a:lnTo>
                    <a:pt x="124460" y="0"/>
                  </a:lnTo>
                  <a:cubicBezTo>
                    <a:pt x="55880" y="0"/>
                    <a:pt x="0" y="55880"/>
                    <a:pt x="0" y="124460"/>
                  </a:cubicBezTo>
                  <a:lnTo>
                    <a:pt x="0" y="8138092"/>
                  </a:lnTo>
                  <a:cubicBezTo>
                    <a:pt x="0" y="8206672"/>
                    <a:pt x="55880" y="8262552"/>
                    <a:pt x="124460" y="8262552"/>
                  </a:cubicBezTo>
                  <a:lnTo>
                    <a:pt x="5387134" y="8262552"/>
                  </a:lnTo>
                  <a:cubicBezTo>
                    <a:pt x="5455714" y="8262552"/>
                    <a:pt x="5511594" y="8206672"/>
                    <a:pt x="5511594" y="8138092"/>
                  </a:cubicBezTo>
                  <a:lnTo>
                    <a:pt x="5511594" y="124460"/>
                  </a:lnTo>
                  <a:cubicBezTo>
                    <a:pt x="5511594" y="55880"/>
                    <a:pt x="5455714" y="0"/>
                    <a:pt x="5387134" y="0"/>
                  </a:cubicBezTo>
                  <a:close/>
                </a:path>
              </a:pathLst>
            </a:custGeom>
            <a:solidFill>
              <a:srgbClr val="134F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5818E"/>
                </a:solidFill>
                <a:latin typeface="Arial"/>
                <a:ea typeface="Arial"/>
                <a:cs typeface="Arial"/>
                <a:sym typeface="Arial"/>
              </a:endParaRPr>
            </a:p>
          </p:txBody>
        </p:sp>
      </p:grpSp>
      <p:sp>
        <p:nvSpPr>
          <p:cNvPr id="394" name="Google Shape;394;g13ab1bad0d1_1_0"/>
          <p:cNvSpPr txBox="1"/>
          <p:nvPr/>
        </p:nvSpPr>
        <p:spPr>
          <a:xfrm>
            <a:off x="10472025" y="1866325"/>
            <a:ext cx="5979600" cy="4224300"/>
          </a:xfrm>
          <a:prstGeom prst="rect">
            <a:avLst/>
          </a:prstGeom>
          <a:noFill/>
          <a:ln>
            <a:noFill/>
          </a:ln>
        </p:spPr>
        <p:txBody>
          <a:bodyPr anchorCtr="0" anchor="t" bIns="91425" lIns="91425" spcFirstLastPara="1" rIns="91425" wrap="square" tIns="91425">
            <a:spAutoFit/>
          </a:bodyPr>
          <a:lstStyle/>
          <a:p>
            <a:pPr indent="-412750" lvl="0" marL="457200" rtl="0" algn="l">
              <a:lnSpc>
                <a:spcPct val="115000"/>
              </a:lnSpc>
              <a:spcBef>
                <a:spcPts val="0"/>
              </a:spcBef>
              <a:spcAft>
                <a:spcPts val="0"/>
              </a:spcAft>
              <a:buClr>
                <a:schemeClr val="lt1"/>
              </a:buClr>
              <a:buSzPts val="2900"/>
              <a:buFont typeface="Poppins"/>
              <a:buChar char="●"/>
            </a:pPr>
            <a:r>
              <a:rPr lang="en-US" sz="2900">
                <a:solidFill>
                  <a:schemeClr val="lt1"/>
                </a:solidFill>
              </a:rPr>
              <a:t>Lasso Regression works best when your model includes many useless variables. Lasso Regression has a L1 penalty which has the effect of shrinking the coefficient for those input variables that do not contributes much to the prediction.</a:t>
            </a:r>
            <a:endParaRPr sz="2899">
              <a:solidFill>
                <a:schemeClr val="lt1"/>
              </a:solidFill>
              <a:latin typeface="Poppins"/>
              <a:ea typeface="Poppins"/>
              <a:cs typeface="Poppins"/>
              <a:sym typeface="Poppins"/>
            </a:endParaRPr>
          </a:p>
        </p:txBody>
      </p:sp>
      <p:sp>
        <p:nvSpPr>
          <p:cNvPr id="395" name="Google Shape;395;g13ab1bad0d1_1_0"/>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g13ab1bad0d1_1_0"/>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13ab1bad0d1_1_0"/>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8" name="Google Shape;398;g13ab1bad0d1_1_0"/>
          <p:cNvPicPr preferRelativeResize="0"/>
          <p:nvPr/>
        </p:nvPicPr>
        <p:blipFill>
          <a:blip r:embed="rId3">
            <a:alphaModFix/>
          </a:blip>
          <a:stretch>
            <a:fillRect/>
          </a:stretch>
        </p:blipFill>
        <p:spPr>
          <a:xfrm>
            <a:off x="243559" y="2133274"/>
            <a:ext cx="8471276" cy="2925601"/>
          </a:xfrm>
          <a:prstGeom prst="rect">
            <a:avLst/>
          </a:prstGeom>
          <a:noFill/>
          <a:ln>
            <a:noFill/>
          </a:ln>
        </p:spPr>
      </p:pic>
      <p:pic>
        <p:nvPicPr>
          <p:cNvPr id="399" name="Google Shape;399;g13ab1bad0d1_1_0"/>
          <p:cNvPicPr preferRelativeResize="0"/>
          <p:nvPr/>
        </p:nvPicPr>
        <p:blipFill>
          <a:blip r:embed="rId4">
            <a:alphaModFix/>
          </a:blip>
          <a:stretch>
            <a:fillRect/>
          </a:stretch>
        </p:blipFill>
        <p:spPr>
          <a:xfrm>
            <a:off x="243550" y="5058875"/>
            <a:ext cx="8471276" cy="1865518"/>
          </a:xfrm>
          <a:prstGeom prst="rect">
            <a:avLst/>
          </a:prstGeom>
          <a:noFill/>
          <a:ln>
            <a:noFill/>
          </a:ln>
        </p:spPr>
      </p:pic>
      <p:pic>
        <p:nvPicPr>
          <p:cNvPr id="400" name="Google Shape;400;g13ab1bad0d1_1_0"/>
          <p:cNvPicPr preferRelativeResize="0"/>
          <p:nvPr/>
        </p:nvPicPr>
        <p:blipFill>
          <a:blip r:embed="rId5">
            <a:alphaModFix/>
          </a:blip>
          <a:stretch>
            <a:fillRect/>
          </a:stretch>
        </p:blipFill>
        <p:spPr>
          <a:xfrm>
            <a:off x="243550" y="6924400"/>
            <a:ext cx="4958175" cy="1613700"/>
          </a:xfrm>
          <a:prstGeom prst="rect">
            <a:avLst/>
          </a:prstGeom>
          <a:noFill/>
          <a:ln>
            <a:noFill/>
          </a:ln>
        </p:spPr>
      </p:pic>
      <p:pic>
        <p:nvPicPr>
          <p:cNvPr id="401" name="Google Shape;401;g13ab1bad0d1_1_0"/>
          <p:cNvPicPr preferRelativeResize="0"/>
          <p:nvPr/>
        </p:nvPicPr>
        <p:blipFill>
          <a:blip r:embed="rId6">
            <a:alphaModFix/>
          </a:blip>
          <a:stretch>
            <a:fillRect/>
          </a:stretch>
        </p:blipFill>
        <p:spPr>
          <a:xfrm>
            <a:off x="0" y="9083469"/>
            <a:ext cx="10228474" cy="67495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405" name="Shape 405"/>
        <p:cNvGrpSpPr/>
        <p:nvPr/>
      </p:nvGrpSpPr>
      <p:grpSpPr>
        <a:xfrm>
          <a:off x="0" y="0"/>
          <a:ext cx="0" cy="0"/>
          <a:chOff x="0" y="0"/>
          <a:chExt cx="0" cy="0"/>
        </a:xfrm>
      </p:grpSpPr>
      <p:sp>
        <p:nvSpPr>
          <p:cNvPr id="406" name="Google Shape;406;g13ab1bad0d1_1_49"/>
          <p:cNvSpPr txBox="1"/>
          <p:nvPr/>
        </p:nvSpPr>
        <p:spPr>
          <a:xfrm>
            <a:off x="1374625" y="373969"/>
            <a:ext cx="12120900" cy="2994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883"/>
              <a:buFont typeface="Arial"/>
              <a:buNone/>
            </a:pPr>
            <a:r>
              <a:rPr b="1" lang="en-US" sz="10483">
                <a:solidFill>
                  <a:schemeClr val="dk2"/>
                </a:solidFill>
                <a:latin typeface="Bebas Neue"/>
                <a:ea typeface="Bebas Neue"/>
                <a:cs typeface="Bebas Neue"/>
                <a:sym typeface="Bebas Neue"/>
              </a:rPr>
              <a:t>elastic net </a:t>
            </a:r>
            <a:r>
              <a:rPr b="1" lang="en-US" sz="10483">
                <a:solidFill>
                  <a:schemeClr val="dk2"/>
                </a:solidFill>
                <a:latin typeface="Bebas Neue"/>
                <a:ea typeface="Bebas Neue"/>
                <a:cs typeface="Bebas Neue"/>
                <a:sym typeface="Bebas Neue"/>
              </a:rPr>
              <a:t>Regression</a:t>
            </a:r>
            <a:endParaRPr sz="10383">
              <a:solidFill>
                <a:schemeClr val="dk2"/>
              </a:solidFill>
            </a:endParaRPr>
          </a:p>
          <a:p>
            <a:pPr indent="0" lvl="0" marL="0" marR="0" rtl="0" algn="l">
              <a:lnSpc>
                <a:spcPct val="100000"/>
              </a:lnSpc>
              <a:spcBef>
                <a:spcPts val="0"/>
              </a:spcBef>
              <a:spcAft>
                <a:spcPts val="0"/>
              </a:spcAft>
              <a:buClr>
                <a:srgbClr val="000000"/>
              </a:buClr>
              <a:buSzPts val="8968"/>
              <a:buFont typeface="Arial"/>
              <a:buNone/>
            </a:pPr>
            <a:r>
              <a:t/>
            </a:r>
            <a:endParaRPr sz="8968">
              <a:solidFill>
                <a:srgbClr val="B91646"/>
              </a:solidFill>
            </a:endParaRPr>
          </a:p>
        </p:txBody>
      </p:sp>
      <p:sp>
        <p:nvSpPr>
          <p:cNvPr id="407" name="Google Shape;407;g13ab1bad0d1_1_49"/>
          <p:cNvSpPr txBox="1"/>
          <p:nvPr/>
        </p:nvSpPr>
        <p:spPr>
          <a:xfrm>
            <a:off x="6287225" y="3367975"/>
            <a:ext cx="6378900" cy="369300"/>
          </a:xfrm>
          <a:prstGeom prst="rect">
            <a:avLst/>
          </a:prstGeom>
          <a:noFill/>
          <a:ln>
            <a:noFill/>
          </a:ln>
        </p:spPr>
        <p:txBody>
          <a:bodyPr anchorCtr="0" anchor="t" bIns="0" lIns="0" spcFirstLastPara="1" rIns="0" wrap="square" tIns="0">
            <a:spAutoFit/>
          </a:bodyPr>
          <a:lstStyle/>
          <a:p>
            <a:pPr indent="0" lvl="0" marL="0" marR="0" rtl="0" algn="l">
              <a:lnSpc>
                <a:spcPct val="160025"/>
              </a:lnSpc>
              <a:spcBef>
                <a:spcPts val="0"/>
              </a:spcBef>
              <a:spcAft>
                <a:spcPts val="0"/>
              </a:spcAft>
              <a:buNone/>
            </a:pPr>
            <a:r>
              <a:t/>
            </a:r>
            <a:endParaRPr sz="2399">
              <a:latin typeface="Poppins"/>
              <a:ea typeface="Poppins"/>
              <a:cs typeface="Poppins"/>
              <a:sym typeface="Poppins"/>
            </a:endParaRPr>
          </a:p>
        </p:txBody>
      </p:sp>
      <p:sp>
        <p:nvSpPr>
          <p:cNvPr id="408" name="Google Shape;408;g13ab1bad0d1_1_49"/>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13ab1bad0d1_1_49"/>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g13ab1bad0d1_1_49"/>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13ab1bad0d1_1_49"/>
          <p:cNvSpPr/>
          <p:nvPr/>
        </p:nvSpPr>
        <p:spPr>
          <a:xfrm>
            <a:off x="16796367"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g13ab1bad0d1_1_49"/>
          <p:cNvSpPr/>
          <p:nvPr/>
        </p:nvSpPr>
        <p:spPr>
          <a:xfrm>
            <a:off x="16389989"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g13ab1bad0d1_1_49"/>
          <p:cNvSpPr/>
          <p:nvPr/>
        </p:nvSpPr>
        <p:spPr>
          <a:xfrm>
            <a:off x="15983612" y="992493"/>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4" name="Google Shape;414;g13ab1bad0d1_1_49"/>
          <p:cNvPicPr preferRelativeResize="0"/>
          <p:nvPr/>
        </p:nvPicPr>
        <p:blipFill>
          <a:blip r:embed="rId3">
            <a:alphaModFix/>
          </a:blip>
          <a:stretch>
            <a:fillRect/>
          </a:stretch>
        </p:blipFill>
        <p:spPr>
          <a:xfrm>
            <a:off x="1512350" y="2021038"/>
            <a:ext cx="10990545" cy="6244924"/>
          </a:xfrm>
          <a:prstGeom prst="rect">
            <a:avLst/>
          </a:prstGeom>
          <a:noFill/>
          <a:ln>
            <a:noFill/>
          </a:ln>
        </p:spPr>
      </p:pic>
      <p:pic>
        <p:nvPicPr>
          <p:cNvPr id="415" name="Google Shape;415;g13ab1bad0d1_1_49"/>
          <p:cNvPicPr preferRelativeResize="0"/>
          <p:nvPr/>
        </p:nvPicPr>
        <p:blipFill>
          <a:blip r:embed="rId4">
            <a:alphaModFix/>
          </a:blip>
          <a:stretch>
            <a:fillRect/>
          </a:stretch>
        </p:blipFill>
        <p:spPr>
          <a:xfrm>
            <a:off x="1512338" y="8432124"/>
            <a:ext cx="12344400" cy="762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419" name="Shape 419"/>
        <p:cNvGrpSpPr/>
        <p:nvPr/>
      </p:nvGrpSpPr>
      <p:grpSpPr>
        <a:xfrm>
          <a:off x="0" y="0"/>
          <a:ext cx="0" cy="0"/>
          <a:chOff x="0" y="0"/>
          <a:chExt cx="0" cy="0"/>
        </a:xfrm>
      </p:grpSpPr>
      <p:sp>
        <p:nvSpPr>
          <p:cNvPr id="420" name="Google Shape;420;g13ab1bad0d1_1_24"/>
          <p:cNvSpPr txBox="1"/>
          <p:nvPr/>
        </p:nvSpPr>
        <p:spPr>
          <a:xfrm>
            <a:off x="325975" y="519575"/>
            <a:ext cx="11482800" cy="161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883"/>
              <a:buFont typeface="Arial"/>
              <a:buNone/>
            </a:pPr>
            <a:r>
              <a:rPr b="1" lang="en-US" sz="10483">
                <a:solidFill>
                  <a:schemeClr val="dk2"/>
                </a:solidFill>
                <a:latin typeface="Bebas Neue"/>
                <a:ea typeface="Bebas Neue"/>
                <a:cs typeface="Bebas Neue"/>
                <a:sym typeface="Bebas Neue"/>
              </a:rPr>
              <a:t>Ensemble Model</a:t>
            </a:r>
            <a:endParaRPr b="0" i="0" sz="10383" u="none" cap="none" strike="noStrike">
              <a:solidFill>
                <a:schemeClr val="dk2"/>
              </a:solidFill>
              <a:latin typeface="Arial"/>
              <a:ea typeface="Arial"/>
              <a:cs typeface="Arial"/>
              <a:sym typeface="Arial"/>
            </a:endParaRPr>
          </a:p>
        </p:txBody>
      </p:sp>
      <p:sp>
        <p:nvSpPr>
          <p:cNvPr id="421" name="Google Shape;421;g13ab1bad0d1_1_24"/>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g13ab1bad0d1_1_24"/>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g13ab1bad0d1_1_24"/>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4" name="Google Shape;424;g13ab1bad0d1_1_24"/>
          <p:cNvPicPr preferRelativeResize="0"/>
          <p:nvPr/>
        </p:nvPicPr>
        <p:blipFill>
          <a:blip r:embed="rId3">
            <a:alphaModFix/>
          </a:blip>
          <a:stretch>
            <a:fillRect/>
          </a:stretch>
        </p:blipFill>
        <p:spPr>
          <a:xfrm>
            <a:off x="194100" y="2133279"/>
            <a:ext cx="16769751" cy="7795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428" name="Shape 428"/>
        <p:cNvGrpSpPr/>
        <p:nvPr/>
      </p:nvGrpSpPr>
      <p:grpSpPr>
        <a:xfrm>
          <a:off x="0" y="0"/>
          <a:ext cx="0" cy="0"/>
          <a:chOff x="0" y="0"/>
          <a:chExt cx="0" cy="0"/>
        </a:xfrm>
      </p:grpSpPr>
      <p:sp>
        <p:nvSpPr>
          <p:cNvPr id="429" name="Google Shape;429;g13ab1bad0d1_2_13"/>
          <p:cNvSpPr txBox="1"/>
          <p:nvPr/>
        </p:nvSpPr>
        <p:spPr>
          <a:xfrm>
            <a:off x="4769300" y="670050"/>
            <a:ext cx="90102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883"/>
              <a:buFont typeface="Arial"/>
              <a:buNone/>
            </a:pPr>
            <a:r>
              <a:rPr lang="en-US" sz="4800">
                <a:solidFill>
                  <a:schemeClr val="dk2"/>
                </a:solidFill>
              </a:rPr>
              <a:t>C</a:t>
            </a:r>
            <a:r>
              <a:rPr lang="en-US" sz="4800">
                <a:solidFill>
                  <a:schemeClr val="dk2"/>
                </a:solidFill>
              </a:rPr>
              <a:t>onclusion</a:t>
            </a:r>
            <a:r>
              <a:rPr lang="en-US" sz="4800">
                <a:solidFill>
                  <a:schemeClr val="dk2"/>
                </a:solidFill>
              </a:rPr>
              <a:t> For Best Model</a:t>
            </a:r>
            <a:endParaRPr b="0" i="0" sz="4800" u="none" cap="none" strike="noStrike">
              <a:solidFill>
                <a:schemeClr val="dk2"/>
              </a:solidFill>
              <a:latin typeface="Arial"/>
              <a:ea typeface="Arial"/>
              <a:cs typeface="Arial"/>
              <a:sym typeface="Arial"/>
            </a:endParaRPr>
          </a:p>
        </p:txBody>
      </p:sp>
      <p:sp>
        <p:nvSpPr>
          <p:cNvPr id="430" name="Google Shape;430;g13ab1bad0d1_2_13"/>
          <p:cNvSpPr/>
          <p:nvPr/>
        </p:nvSpPr>
        <p:spPr>
          <a:xfrm>
            <a:off x="1918717"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g13ab1bad0d1_2_13"/>
          <p:cNvSpPr/>
          <p:nvPr/>
        </p:nvSpPr>
        <p:spPr>
          <a:xfrm>
            <a:off x="1512339"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13ab1bad0d1_2_13"/>
          <p:cNvSpPr/>
          <p:nvPr/>
        </p:nvSpPr>
        <p:spPr>
          <a:xfrm>
            <a:off x="1105962" y="8813218"/>
            <a:ext cx="268671" cy="26987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3" name="Google Shape;433;g13ab1bad0d1_2_13"/>
          <p:cNvPicPr preferRelativeResize="0"/>
          <p:nvPr/>
        </p:nvPicPr>
        <p:blipFill>
          <a:blip r:embed="rId3">
            <a:alphaModFix/>
          </a:blip>
          <a:stretch>
            <a:fillRect/>
          </a:stretch>
        </p:blipFill>
        <p:spPr>
          <a:xfrm>
            <a:off x="2306925" y="2497362"/>
            <a:ext cx="12561349" cy="3753975"/>
          </a:xfrm>
          <a:prstGeom prst="rect">
            <a:avLst/>
          </a:prstGeom>
          <a:noFill/>
          <a:ln>
            <a:noFill/>
          </a:ln>
        </p:spPr>
      </p:pic>
      <p:grpSp>
        <p:nvGrpSpPr>
          <p:cNvPr id="434" name="Google Shape;434;g13ab1bad0d1_2_13"/>
          <p:cNvGrpSpPr/>
          <p:nvPr/>
        </p:nvGrpSpPr>
        <p:grpSpPr>
          <a:xfrm>
            <a:off x="4572000" y="547900"/>
            <a:ext cx="8762332" cy="1179474"/>
            <a:chOff x="-2" y="0"/>
            <a:chExt cx="5511594" cy="8230802"/>
          </a:xfrm>
        </p:grpSpPr>
        <p:sp>
          <p:nvSpPr>
            <p:cNvPr id="435" name="Google Shape;435;g13ab1bad0d1_2_13"/>
            <p:cNvSpPr/>
            <p:nvPr/>
          </p:nvSpPr>
          <p:spPr>
            <a:xfrm>
              <a:off x="31750" y="31750"/>
              <a:ext cx="5448094" cy="8199052"/>
            </a:xfrm>
            <a:custGeom>
              <a:rect b="b" l="l" r="r" t="t"/>
              <a:pathLst>
                <a:path extrusionOk="0" h="8199052" w="5448094">
                  <a:moveTo>
                    <a:pt x="5355384" y="8199051"/>
                  </a:moveTo>
                  <a:lnTo>
                    <a:pt x="92710" y="8199051"/>
                  </a:lnTo>
                  <a:cubicBezTo>
                    <a:pt x="41910" y="8199051"/>
                    <a:pt x="0" y="8157142"/>
                    <a:pt x="0" y="8106342"/>
                  </a:cubicBezTo>
                  <a:lnTo>
                    <a:pt x="0" y="92710"/>
                  </a:lnTo>
                  <a:cubicBezTo>
                    <a:pt x="0" y="41910"/>
                    <a:pt x="41910" y="0"/>
                    <a:pt x="92710" y="0"/>
                  </a:cubicBezTo>
                  <a:lnTo>
                    <a:pt x="5354114" y="0"/>
                  </a:lnTo>
                  <a:cubicBezTo>
                    <a:pt x="5404914" y="0"/>
                    <a:pt x="5446824" y="41910"/>
                    <a:pt x="5446824" y="92710"/>
                  </a:cubicBezTo>
                  <a:lnTo>
                    <a:pt x="5446824" y="8105072"/>
                  </a:lnTo>
                  <a:cubicBezTo>
                    <a:pt x="5448094" y="8157142"/>
                    <a:pt x="5406184" y="8199052"/>
                    <a:pt x="5355384" y="8199052"/>
                  </a:cubicBezTo>
                  <a:close/>
                </a:path>
              </a:pathLst>
            </a:cu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5818E"/>
                </a:solidFill>
                <a:latin typeface="Arial"/>
                <a:ea typeface="Arial"/>
                <a:cs typeface="Arial"/>
                <a:sym typeface="Arial"/>
              </a:endParaRPr>
            </a:p>
          </p:txBody>
        </p:sp>
        <p:sp>
          <p:nvSpPr>
            <p:cNvPr id="436" name="Google Shape;436;g13ab1bad0d1_2_13"/>
            <p:cNvSpPr/>
            <p:nvPr/>
          </p:nvSpPr>
          <p:spPr>
            <a:xfrm>
              <a:off x="-2" y="0"/>
              <a:ext cx="5511594" cy="6651354"/>
            </a:xfrm>
            <a:custGeom>
              <a:rect b="b" l="l" r="r" t="t"/>
              <a:pathLst>
                <a:path extrusionOk="0" h="8262552" w="5511594">
                  <a:moveTo>
                    <a:pt x="5387134" y="59690"/>
                  </a:moveTo>
                  <a:cubicBezTo>
                    <a:pt x="5422694" y="59690"/>
                    <a:pt x="5451904" y="88900"/>
                    <a:pt x="5451904" y="124460"/>
                  </a:cubicBezTo>
                  <a:lnTo>
                    <a:pt x="5451904" y="8138092"/>
                  </a:lnTo>
                  <a:cubicBezTo>
                    <a:pt x="5451904" y="8173652"/>
                    <a:pt x="5422694" y="8202862"/>
                    <a:pt x="5387134" y="8202862"/>
                  </a:cubicBezTo>
                  <a:lnTo>
                    <a:pt x="124460" y="8202862"/>
                  </a:lnTo>
                  <a:cubicBezTo>
                    <a:pt x="88900" y="8202862"/>
                    <a:pt x="59690" y="8173652"/>
                    <a:pt x="59690" y="8138092"/>
                  </a:cubicBezTo>
                  <a:lnTo>
                    <a:pt x="59690" y="124460"/>
                  </a:lnTo>
                  <a:cubicBezTo>
                    <a:pt x="59690" y="88900"/>
                    <a:pt x="88900" y="59690"/>
                    <a:pt x="124460" y="59690"/>
                  </a:cubicBezTo>
                  <a:lnTo>
                    <a:pt x="5387134" y="59690"/>
                  </a:lnTo>
                  <a:moveTo>
                    <a:pt x="5387134" y="0"/>
                  </a:moveTo>
                  <a:lnTo>
                    <a:pt x="124460" y="0"/>
                  </a:lnTo>
                  <a:cubicBezTo>
                    <a:pt x="55880" y="0"/>
                    <a:pt x="0" y="55880"/>
                    <a:pt x="0" y="124460"/>
                  </a:cubicBezTo>
                  <a:lnTo>
                    <a:pt x="0" y="8138092"/>
                  </a:lnTo>
                  <a:cubicBezTo>
                    <a:pt x="0" y="8206672"/>
                    <a:pt x="55880" y="8262552"/>
                    <a:pt x="124460" y="8262552"/>
                  </a:cubicBezTo>
                  <a:lnTo>
                    <a:pt x="5387134" y="8262552"/>
                  </a:lnTo>
                  <a:cubicBezTo>
                    <a:pt x="5455714" y="8262552"/>
                    <a:pt x="5511594" y="8206672"/>
                    <a:pt x="5511594" y="8138092"/>
                  </a:cubicBezTo>
                  <a:lnTo>
                    <a:pt x="5511594" y="124460"/>
                  </a:lnTo>
                  <a:cubicBezTo>
                    <a:pt x="5511594" y="55880"/>
                    <a:pt x="5455714" y="0"/>
                    <a:pt x="5387134" y="0"/>
                  </a:cubicBezTo>
                  <a:close/>
                </a:path>
              </a:pathLst>
            </a:cu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5818E"/>
                </a:solidFill>
                <a:latin typeface="Arial"/>
                <a:ea typeface="Arial"/>
                <a:cs typeface="Arial"/>
                <a:sym typeface="Arial"/>
              </a:endParaRPr>
            </a:p>
          </p:txBody>
        </p:sp>
      </p:grpSp>
      <p:sp>
        <p:nvSpPr>
          <p:cNvPr id="437" name="Google Shape;437;g13ab1bad0d1_2_13"/>
          <p:cNvSpPr txBox="1"/>
          <p:nvPr/>
        </p:nvSpPr>
        <p:spPr>
          <a:xfrm>
            <a:off x="1781000" y="6362425"/>
            <a:ext cx="152787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latin typeface="Calibri"/>
                <a:ea typeface="Calibri"/>
                <a:cs typeface="Calibri"/>
                <a:sym typeface="Calibri"/>
              </a:rPr>
              <a:t>By comparing our regression models we concluded that the ridge regression model ,which had the r-squared value of 98%, did the best in predicting the data. Therefore, we think the ridge regression model is the best model among the 6 models for our dataset </a:t>
            </a:r>
            <a:endParaRPr sz="36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441" name="Shape 441"/>
        <p:cNvGrpSpPr/>
        <p:nvPr/>
      </p:nvGrpSpPr>
      <p:grpSpPr>
        <a:xfrm>
          <a:off x="0" y="0"/>
          <a:ext cx="0" cy="0"/>
          <a:chOff x="0" y="0"/>
          <a:chExt cx="0" cy="0"/>
        </a:xfrm>
      </p:grpSpPr>
      <p:sp>
        <p:nvSpPr>
          <p:cNvPr id="442" name="Google Shape;442;g13aad04fd39_1_233"/>
          <p:cNvSpPr txBox="1"/>
          <p:nvPr/>
        </p:nvSpPr>
        <p:spPr>
          <a:xfrm>
            <a:off x="1565700" y="891623"/>
            <a:ext cx="6012600" cy="1567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883"/>
              <a:buFont typeface="Arial"/>
              <a:buNone/>
            </a:pPr>
            <a:r>
              <a:rPr b="1" lang="en-US" sz="10183">
                <a:solidFill>
                  <a:schemeClr val="dk1"/>
                </a:solidFill>
                <a:highlight>
                  <a:srgbClr val="F9C041"/>
                </a:highlight>
                <a:latin typeface="Bebas Neue"/>
                <a:ea typeface="Bebas Neue"/>
                <a:cs typeface="Bebas Neue"/>
                <a:sym typeface="Bebas Neue"/>
              </a:rPr>
              <a:t>CONCLUSION</a:t>
            </a:r>
            <a:r>
              <a:rPr b="1" lang="en-US" sz="10183">
                <a:solidFill>
                  <a:schemeClr val="dk1"/>
                </a:solidFill>
                <a:latin typeface="Bebas Neue"/>
                <a:ea typeface="Bebas Neue"/>
                <a:cs typeface="Bebas Neue"/>
                <a:sym typeface="Bebas Neue"/>
              </a:rPr>
              <a:t> </a:t>
            </a:r>
            <a:endParaRPr b="0" i="0" sz="100" u="none" cap="none" strike="noStrike">
              <a:solidFill>
                <a:schemeClr val="dk1"/>
              </a:solidFill>
              <a:latin typeface="Arial"/>
              <a:ea typeface="Arial"/>
              <a:cs typeface="Arial"/>
              <a:sym typeface="Arial"/>
            </a:endParaRPr>
          </a:p>
        </p:txBody>
      </p:sp>
      <p:cxnSp>
        <p:nvCxnSpPr>
          <p:cNvPr id="443" name="Google Shape;443;g13aad04fd39_1_233"/>
          <p:cNvCxnSpPr/>
          <p:nvPr/>
        </p:nvCxnSpPr>
        <p:spPr>
          <a:xfrm rot="5400000">
            <a:off x="6111474" y="5124523"/>
            <a:ext cx="5132100" cy="0"/>
          </a:xfrm>
          <a:prstGeom prst="straightConnector1">
            <a:avLst/>
          </a:prstGeom>
          <a:noFill/>
          <a:ln cap="flat" cmpd="sng" w="19050">
            <a:solidFill>
              <a:srgbClr val="000000"/>
            </a:solidFill>
            <a:prstDash val="solid"/>
            <a:round/>
            <a:headEnd len="sm" w="sm" type="none"/>
            <a:tailEnd len="sm" w="sm" type="none"/>
          </a:ln>
        </p:spPr>
      </p:cxnSp>
      <p:sp>
        <p:nvSpPr>
          <p:cNvPr id="444" name="Google Shape;444;g13aad04fd39_1_233"/>
          <p:cNvSpPr txBox="1"/>
          <p:nvPr/>
        </p:nvSpPr>
        <p:spPr>
          <a:xfrm>
            <a:off x="737475" y="2558466"/>
            <a:ext cx="7152600" cy="3463800"/>
          </a:xfrm>
          <a:prstGeom prst="rect">
            <a:avLst/>
          </a:prstGeom>
          <a:solidFill>
            <a:srgbClr val="FBF3E4"/>
          </a:solidFill>
          <a:ln>
            <a:noFill/>
          </a:ln>
        </p:spPr>
        <p:txBody>
          <a:bodyPr anchorCtr="0" anchor="t" bIns="0" lIns="0" spcFirstLastPara="1" rIns="0" wrap="square" tIns="0">
            <a:spAutoFit/>
          </a:bodyPr>
          <a:lstStyle/>
          <a:p>
            <a:pPr indent="0" lvl="0" marL="0" marR="0" rtl="0" algn="l">
              <a:lnSpc>
                <a:spcPct val="160025"/>
              </a:lnSpc>
              <a:spcBef>
                <a:spcPts val="0"/>
              </a:spcBef>
              <a:spcAft>
                <a:spcPts val="0"/>
              </a:spcAft>
              <a:buClr>
                <a:srgbClr val="000000"/>
              </a:buClr>
              <a:buSzPts val="2399"/>
              <a:buFont typeface="Arial"/>
              <a:buNone/>
            </a:pPr>
            <a:r>
              <a:rPr lang="en-US" sz="2500">
                <a:solidFill>
                  <a:srgbClr val="212121"/>
                </a:solidFill>
                <a:latin typeface="Poppins"/>
                <a:ea typeface="Poppins"/>
                <a:cs typeface="Poppins"/>
                <a:sym typeface="Poppins"/>
              </a:rPr>
              <a:t>Our findings cannot prove that red states have a lower abortion rate than blue states. While some of the data does point in this direction, the correlations are too small to be regarded with any level of statistical significance.</a:t>
            </a:r>
            <a:endParaRPr sz="2500">
              <a:solidFill>
                <a:srgbClr val="212121"/>
              </a:solidFill>
              <a:latin typeface="Poppins"/>
              <a:ea typeface="Poppins"/>
              <a:cs typeface="Poppins"/>
              <a:sym typeface="Poppins"/>
            </a:endParaRPr>
          </a:p>
        </p:txBody>
      </p:sp>
      <p:sp>
        <p:nvSpPr>
          <p:cNvPr id="445" name="Google Shape;445;g13aad04fd39_1_233"/>
          <p:cNvSpPr txBox="1"/>
          <p:nvPr/>
        </p:nvSpPr>
        <p:spPr>
          <a:xfrm>
            <a:off x="10053550" y="1143600"/>
            <a:ext cx="7006200" cy="10590600"/>
          </a:xfrm>
          <a:prstGeom prst="rect">
            <a:avLst/>
          </a:prstGeom>
          <a:noFill/>
          <a:ln>
            <a:noFill/>
          </a:ln>
        </p:spPr>
        <p:txBody>
          <a:bodyPr anchorCtr="0" anchor="t" bIns="0" lIns="0" spcFirstLastPara="1" rIns="0" wrap="square" tIns="0">
            <a:spAutoFit/>
          </a:bodyPr>
          <a:lstStyle/>
          <a:p>
            <a:pPr indent="0" lvl="0" marL="0" rtl="0" algn="ctr">
              <a:lnSpc>
                <a:spcPct val="160025"/>
              </a:lnSpc>
              <a:spcBef>
                <a:spcPts val="0"/>
              </a:spcBef>
              <a:spcAft>
                <a:spcPts val="0"/>
              </a:spcAft>
              <a:buClr>
                <a:schemeClr val="dk1"/>
              </a:buClr>
              <a:buSzPts val="2399"/>
              <a:buFont typeface="Arial"/>
              <a:buNone/>
            </a:pPr>
            <a:r>
              <a:rPr b="1" lang="en-US" sz="3999">
                <a:solidFill>
                  <a:schemeClr val="dk2"/>
                </a:solidFill>
                <a:latin typeface="Poppins"/>
                <a:ea typeface="Poppins"/>
                <a:cs typeface="Poppins"/>
                <a:sym typeface="Poppins"/>
              </a:rPr>
              <a:t>Further Exploration</a:t>
            </a:r>
            <a:endParaRPr b="1" sz="3999">
              <a:solidFill>
                <a:schemeClr val="dk2"/>
              </a:solidFill>
              <a:latin typeface="Poppins"/>
              <a:ea typeface="Poppins"/>
              <a:cs typeface="Poppins"/>
              <a:sym typeface="Poppins"/>
            </a:endParaRPr>
          </a:p>
          <a:p>
            <a:pPr indent="0" lvl="0" marL="0" rtl="0" algn="l">
              <a:lnSpc>
                <a:spcPct val="160025"/>
              </a:lnSpc>
              <a:spcBef>
                <a:spcPts val="0"/>
              </a:spcBef>
              <a:spcAft>
                <a:spcPts val="0"/>
              </a:spcAft>
              <a:buClr>
                <a:schemeClr val="dk1"/>
              </a:buClr>
              <a:buSzPts val="2399"/>
              <a:buFont typeface="Arial"/>
              <a:buNone/>
            </a:pPr>
            <a:r>
              <a:rPr lang="en-US" sz="2500">
                <a:solidFill>
                  <a:srgbClr val="212121"/>
                </a:solidFill>
                <a:latin typeface="Poppins"/>
                <a:ea typeface="Poppins"/>
                <a:cs typeface="Poppins"/>
                <a:sym typeface="Poppins"/>
              </a:rPr>
              <a:t> A couple of interesting points to explore would be the differences in sex education and availability of contraception, as well as as well as potential religious factors. Furthermore, since the reversal of Roe v Wade just recently, there will likely be a noticeable shift in the data in the coming months and years that should be of great interest and importance to study. Abortion is a complicated issue and it cannot be boiled down to party affiliation alone. </a:t>
            </a:r>
            <a:endParaRPr b="1" sz="3999">
              <a:solidFill>
                <a:schemeClr val="dk2"/>
              </a:solidFill>
              <a:latin typeface="Poppins"/>
              <a:ea typeface="Poppins"/>
              <a:cs typeface="Poppins"/>
              <a:sym typeface="Poppins"/>
            </a:endParaRPr>
          </a:p>
          <a:p>
            <a:pPr indent="0" lvl="0" marL="0" rtl="0" algn="ctr">
              <a:lnSpc>
                <a:spcPct val="160025"/>
              </a:lnSpc>
              <a:spcBef>
                <a:spcPts val="0"/>
              </a:spcBef>
              <a:spcAft>
                <a:spcPts val="0"/>
              </a:spcAft>
              <a:buClr>
                <a:schemeClr val="dk1"/>
              </a:buClr>
              <a:buSzPts val="2399"/>
              <a:buFont typeface="Arial"/>
              <a:buNone/>
            </a:pPr>
            <a:r>
              <a:t/>
            </a:r>
            <a:endParaRPr b="1" sz="3999">
              <a:solidFill>
                <a:schemeClr val="dk2"/>
              </a:solidFill>
              <a:latin typeface="Poppins"/>
              <a:ea typeface="Poppins"/>
              <a:cs typeface="Poppins"/>
              <a:sym typeface="Poppins"/>
            </a:endParaRPr>
          </a:p>
          <a:p>
            <a:pPr indent="0" lvl="0" marL="0" rtl="0" algn="l">
              <a:lnSpc>
                <a:spcPct val="160025"/>
              </a:lnSpc>
              <a:spcBef>
                <a:spcPts val="0"/>
              </a:spcBef>
              <a:spcAft>
                <a:spcPts val="0"/>
              </a:spcAft>
              <a:buClr>
                <a:schemeClr val="dk1"/>
              </a:buClr>
              <a:buSzPts val="2399"/>
              <a:buFont typeface="Arial"/>
              <a:buNone/>
            </a:pPr>
            <a:r>
              <a:t/>
            </a:r>
            <a:endParaRPr b="1" sz="3999">
              <a:solidFill>
                <a:schemeClr val="dk2"/>
              </a:solidFill>
              <a:latin typeface="Poppins"/>
              <a:ea typeface="Poppins"/>
              <a:cs typeface="Poppins"/>
              <a:sym typeface="Poppins"/>
            </a:endParaRPr>
          </a:p>
          <a:p>
            <a:pPr indent="0" lvl="0" marL="0" marR="0" rtl="0" algn="l">
              <a:lnSpc>
                <a:spcPct val="160025"/>
              </a:lnSpc>
              <a:spcBef>
                <a:spcPts val="0"/>
              </a:spcBef>
              <a:spcAft>
                <a:spcPts val="0"/>
              </a:spcAft>
              <a:buClr>
                <a:srgbClr val="000000"/>
              </a:buClr>
              <a:buSzPts val="2399"/>
              <a:buFont typeface="Arial"/>
              <a:buNone/>
            </a:pPr>
            <a:r>
              <a:t/>
            </a:r>
            <a:endParaRPr sz="5599">
              <a:latin typeface="Poppins"/>
              <a:ea typeface="Poppins"/>
              <a:cs typeface="Poppins"/>
              <a:sym typeface="Poppins"/>
            </a:endParaRPr>
          </a:p>
        </p:txBody>
      </p:sp>
      <p:sp>
        <p:nvSpPr>
          <p:cNvPr id="446" name="Google Shape;446;g13aad04fd39_1_233"/>
          <p:cNvSpPr txBox="1"/>
          <p:nvPr/>
        </p:nvSpPr>
        <p:spPr>
          <a:xfrm>
            <a:off x="489675" y="6636300"/>
            <a:ext cx="7953000" cy="3209700"/>
          </a:xfrm>
          <a:prstGeom prst="rect">
            <a:avLst/>
          </a:prstGeom>
          <a:noFill/>
          <a:ln>
            <a:noFill/>
          </a:ln>
        </p:spPr>
        <p:txBody>
          <a:bodyPr anchorCtr="0" anchor="t" bIns="0" lIns="0" spcFirstLastPara="1" rIns="0" wrap="square" tIns="0">
            <a:spAutoFit/>
          </a:bodyPr>
          <a:lstStyle/>
          <a:p>
            <a:pPr indent="0" lvl="0" marL="0" rtl="0" algn="ctr">
              <a:lnSpc>
                <a:spcPct val="160025"/>
              </a:lnSpc>
              <a:spcBef>
                <a:spcPts val="0"/>
              </a:spcBef>
              <a:spcAft>
                <a:spcPts val="0"/>
              </a:spcAft>
              <a:buClr>
                <a:schemeClr val="dk1"/>
              </a:buClr>
              <a:buSzPts val="2399"/>
              <a:buFont typeface="Arial"/>
              <a:buNone/>
            </a:pPr>
            <a:r>
              <a:rPr b="1" lang="en-US" sz="2500">
                <a:solidFill>
                  <a:schemeClr val="dk2"/>
                </a:solidFill>
                <a:latin typeface="Roboto"/>
                <a:ea typeface="Roboto"/>
                <a:cs typeface="Roboto"/>
                <a:sym typeface="Roboto"/>
              </a:rPr>
              <a:t>References</a:t>
            </a:r>
            <a:endParaRPr sz="2500">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US" sz="2500" u="sng">
                <a:solidFill>
                  <a:srgbClr val="B91646"/>
                </a:solidFill>
                <a:latin typeface="Roboto"/>
                <a:ea typeface="Roboto"/>
                <a:cs typeface="Roboto"/>
                <a:sym typeface="Roboto"/>
                <a:hlinkClick r:id="rId3">
                  <a:extLst>
                    <a:ext uri="{A12FA001-AC4F-418D-AE19-62706E023703}">
                      <ahyp:hlinkClr val="tx"/>
                    </a:ext>
                  </a:extLst>
                </a:hlinkClick>
              </a:rPr>
              <a:t>https://en.wikipedia.org/wiki/Abortion_in_Alaska</a:t>
            </a:r>
            <a:endParaRPr sz="2500" u="sng">
              <a:solidFill>
                <a:srgbClr val="B91646"/>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US" sz="2500" u="sng">
                <a:solidFill>
                  <a:srgbClr val="B91646"/>
                </a:solidFill>
                <a:latin typeface="Roboto"/>
                <a:ea typeface="Roboto"/>
                <a:cs typeface="Roboto"/>
                <a:sym typeface="Roboto"/>
                <a:hlinkClick r:id="rId4">
                  <a:extLst>
                    <a:ext uri="{A12FA001-AC4F-418D-AE19-62706E023703}">
                      <ahyp:hlinkClr val="tx"/>
                    </a:ext>
                  </a:extLst>
                </a:hlinkClick>
              </a:rPr>
              <a:t>https://www.guttmacher.org/united-states/abortion</a:t>
            </a:r>
            <a:endParaRPr sz="2500" u="sng">
              <a:solidFill>
                <a:srgbClr val="B91646"/>
              </a:solidFill>
              <a:latin typeface="Roboto"/>
              <a:ea typeface="Roboto"/>
              <a:cs typeface="Roboto"/>
              <a:sym typeface="Roboto"/>
            </a:endParaRPr>
          </a:p>
          <a:p>
            <a:pPr indent="0" lvl="0" marL="0" rtl="0" algn="l">
              <a:lnSpc>
                <a:spcPct val="135714"/>
              </a:lnSpc>
              <a:spcBef>
                <a:spcPts val="500"/>
              </a:spcBef>
              <a:spcAft>
                <a:spcPts val="0"/>
              </a:spcAft>
              <a:buClr>
                <a:schemeClr val="dk1"/>
              </a:buClr>
              <a:buSzPts val="1100"/>
              <a:buFont typeface="Arial"/>
              <a:buNone/>
            </a:pPr>
            <a:r>
              <a:rPr lang="en-US" sz="2500" u="sng">
                <a:solidFill>
                  <a:srgbClr val="B91646"/>
                </a:solidFill>
                <a:latin typeface="Roboto"/>
                <a:ea typeface="Roboto"/>
                <a:cs typeface="Roboto"/>
                <a:sym typeface="Roboto"/>
              </a:rPr>
              <a:t>https://www.nga.org/ </a:t>
            </a:r>
            <a:endParaRPr sz="2500">
              <a:solidFill>
                <a:srgbClr val="B91646"/>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sz="2500" u="sng">
              <a:solidFill>
                <a:schemeClr val="hlink"/>
              </a:solidFill>
              <a:highlight>
                <a:srgbClr val="FFFFFF"/>
              </a:highlight>
              <a:latin typeface="Roboto"/>
              <a:ea typeface="Roboto"/>
              <a:cs typeface="Roboto"/>
              <a:sym typeface="Roboto"/>
            </a:endParaRPr>
          </a:p>
          <a:p>
            <a:pPr indent="0" lvl="0" marL="0" marR="0" rtl="0" algn="l">
              <a:lnSpc>
                <a:spcPct val="160025"/>
              </a:lnSpc>
              <a:spcBef>
                <a:spcPts val="500"/>
              </a:spcBef>
              <a:spcAft>
                <a:spcPts val="0"/>
              </a:spcAft>
              <a:buClr>
                <a:srgbClr val="000000"/>
              </a:buClr>
              <a:buSzPts val="2399"/>
              <a:buFont typeface="Arial"/>
              <a:buNone/>
            </a:pPr>
            <a:r>
              <a:t/>
            </a:r>
            <a:endParaRPr sz="2500">
              <a:solidFill>
                <a:srgbClr val="212121"/>
              </a:solidFill>
              <a:highlight>
                <a:srgbClr val="FFFFFF"/>
              </a:highlight>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